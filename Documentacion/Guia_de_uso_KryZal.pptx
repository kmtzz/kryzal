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c8b9ab3b5a4e93" /><Relationship Type="http://schemas.openxmlformats.org/officeDocument/2006/relationships/extended-properties" Target="/docProps/app.xml" Id="R92bf3437d94042d0" /><Relationship Type="http://schemas.openxmlformats.org/officeDocument/2006/relationships/officeDocument" Target="/ppt/presentation.xml" Id="Rd999591bdb6f43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2939608759439b"/>
  </p:sldMasterIdLst>
  <p:notesMasterIdLst>
    <p:notesMasterId xmlns:r="http://schemas.openxmlformats.org/officeDocument/2006/relationships" r:id="Re99e8d3232ce4b21"/>
  </p:notesMasterIdLst>
  <p:sldIdLst>
    <p:sldId xmlns:r="http://schemas.openxmlformats.org/officeDocument/2006/relationships" id="256" r:id="Rb7949cc4dca44694"/>
    <p:sldId xmlns:r="http://schemas.openxmlformats.org/officeDocument/2006/relationships" id="257" r:id="R44d8c8afa45b4e66"/>
    <p:sldId xmlns:r="http://schemas.openxmlformats.org/officeDocument/2006/relationships" id="258" r:id="Rf20e2836c48f411a"/>
    <p:sldId xmlns:r="http://schemas.openxmlformats.org/officeDocument/2006/relationships" id="259" r:id="Rfecb5ddf208342cd"/>
    <p:sldId xmlns:r="http://schemas.openxmlformats.org/officeDocument/2006/relationships" id="260" r:id="Rb7483ce0703244a6"/>
    <p:sldId xmlns:r="http://schemas.openxmlformats.org/officeDocument/2006/relationships" id="261" r:id="R273155456b5344aa"/>
    <p:sldId xmlns:r="http://schemas.openxmlformats.org/officeDocument/2006/relationships" id="262" r:id="Rca701585b6fc4b7d"/>
    <p:sldId xmlns:r="http://schemas.openxmlformats.org/officeDocument/2006/relationships" id="263" r:id="R47acded4cccd455e"/>
    <p:sldId xmlns:r="http://schemas.openxmlformats.org/officeDocument/2006/relationships" id="264" r:id="R98252405c8de4ae3"/>
    <p:sldId xmlns:r="http://schemas.openxmlformats.org/officeDocument/2006/relationships" id="265" r:id="Rf86a73b69c0d4e50"/>
    <p:sldId xmlns:r="http://schemas.openxmlformats.org/officeDocument/2006/relationships" id="266" r:id="Ref7b24238e254dba"/>
    <p:sldId xmlns:r="http://schemas.openxmlformats.org/officeDocument/2006/relationships" id="267" r:id="Rf751c5bf03d2495c"/>
    <p:sldId xmlns:r="http://schemas.openxmlformats.org/officeDocument/2006/relationships" id="268" r:id="R8986a2217602415f"/>
    <p:sldId xmlns:r="http://schemas.openxmlformats.org/officeDocument/2006/relationships" id="269" r:id="R1813a8015b2148ef"/>
    <p:sldId xmlns:r="http://schemas.openxmlformats.org/officeDocument/2006/relationships" id="270" r:id="Ra5e50d20f8524ec7"/>
    <p:sldId xmlns:r="http://schemas.openxmlformats.org/officeDocument/2006/relationships" id="271" r:id="R7a8f15fa073a4fce"/>
    <p:sldId xmlns:r="http://schemas.openxmlformats.org/officeDocument/2006/relationships" id="272" r:id="Re1273e20b9a24ad1"/>
    <p:sldId xmlns:r="http://schemas.openxmlformats.org/officeDocument/2006/relationships" id="273" r:id="R451cca497a204b1b"/>
    <p:sldId xmlns:r="http://schemas.openxmlformats.org/officeDocument/2006/relationships" id="274" r:id="Rd82d7dd2c0b64c35"/>
    <p:sldId xmlns:r="http://schemas.openxmlformats.org/officeDocument/2006/relationships" id="275" r:id="R949a243ac41946f2"/>
    <p:sldId xmlns:r="http://schemas.openxmlformats.org/officeDocument/2006/relationships" id="276" r:id="R0525980890214b3b"/>
    <p:sldId xmlns:r="http://schemas.openxmlformats.org/officeDocument/2006/relationships" id="277" r:id="R64ba47fcda9c48bd"/>
    <p:sldId xmlns:r="http://schemas.openxmlformats.org/officeDocument/2006/relationships" id="278" r:id="Ra13b9ca56d4a4d47"/>
    <p:sldId xmlns:r="http://schemas.openxmlformats.org/officeDocument/2006/relationships" id="279" r:id="Ree4d37a81176490e"/>
    <p:sldId xmlns:r="http://schemas.openxmlformats.org/officeDocument/2006/relationships" id="280" r:id="R630d04b07a4c4e63"/>
    <p:sldId xmlns:r="http://schemas.openxmlformats.org/officeDocument/2006/relationships" id="281" r:id="R3d66be241a844b0a"/>
    <p:sldId xmlns:r="http://schemas.openxmlformats.org/officeDocument/2006/relationships" id="282" r:id="R22e07fc9ec9240aa"/>
    <p:sldId xmlns:r="http://schemas.openxmlformats.org/officeDocument/2006/relationships" id="283" r:id="R44c238d56fd146f5"/>
    <p:sldId xmlns:r="http://schemas.openxmlformats.org/officeDocument/2006/relationships" id="284" r:id="R6f33656bc1574b57"/>
    <p:sldId xmlns:r="http://schemas.openxmlformats.org/officeDocument/2006/relationships" id="285" r:id="Rcf0a1139e82143da"/>
    <p:sldId xmlns:r="http://schemas.openxmlformats.org/officeDocument/2006/relationships" id="286" r:id="R3495da6c30ac4cbb"/>
    <p:sldId xmlns:r="http://schemas.openxmlformats.org/officeDocument/2006/relationships" id="287" r:id="R6cd86553940b4ebc"/>
    <p:sldId xmlns:r="http://schemas.openxmlformats.org/officeDocument/2006/relationships" id="288" r:id="R85518473e38c4f96"/>
    <p:sldId xmlns:r="http://schemas.openxmlformats.org/officeDocument/2006/relationships" id="289" r:id="R49ae383897774198"/>
    <p:sldId xmlns:r="http://schemas.openxmlformats.org/officeDocument/2006/relationships" id="290" r:id="R9cafbfec5f404f7d"/>
    <p:sldId xmlns:r="http://schemas.openxmlformats.org/officeDocument/2006/relationships" id="291" r:id="R1bb0e670934e4d86"/>
    <p:sldId xmlns:r="http://schemas.openxmlformats.org/officeDocument/2006/relationships" id="292" r:id="R54eabe053cf742cf"/>
    <p:sldId xmlns:r="http://schemas.openxmlformats.org/officeDocument/2006/relationships" id="293" r:id="Rff92f5a277d14cf9"/>
    <p:sldId xmlns:r="http://schemas.openxmlformats.org/officeDocument/2006/relationships" id="294" r:id="R59215ccda218496a"/>
    <p:sldId xmlns:r="http://schemas.openxmlformats.org/officeDocument/2006/relationships" id="295" r:id="R0f3aff5471954122"/>
    <p:sldId xmlns:r="http://schemas.openxmlformats.org/officeDocument/2006/relationships" id="296" r:id="R69f8116d7f214c48"/>
    <p:sldId xmlns:r="http://schemas.openxmlformats.org/officeDocument/2006/relationships" id="297" r:id="R99f67bef7cec437c"/>
    <p:sldId xmlns:r="http://schemas.openxmlformats.org/officeDocument/2006/relationships" id="298" r:id="R0c97fc7b7e594190"/>
    <p:sldId xmlns:r="http://schemas.openxmlformats.org/officeDocument/2006/relationships" id="299" r:id="R9deebadc45e74a4f"/>
    <p:sldId xmlns:r="http://schemas.openxmlformats.org/officeDocument/2006/relationships" id="300" r:id="Rb20a896d7ef24eff"/>
    <p:sldId xmlns:r="http://schemas.openxmlformats.org/officeDocument/2006/relationships" id="301" r:id="Rd6450bdfc44a4222"/>
    <p:sldId xmlns:r="http://schemas.openxmlformats.org/officeDocument/2006/relationships" id="302" r:id="R2f69e12a9c534752"/>
    <p:sldId xmlns:r="http://schemas.openxmlformats.org/officeDocument/2006/relationships" id="303" r:id="R314c98cb1b1d4827"/>
    <p:sldId xmlns:r="http://schemas.openxmlformats.org/officeDocument/2006/relationships" id="304" r:id="R84ecbcfa97e2417f"/>
    <p:sldId xmlns:r="http://schemas.openxmlformats.org/officeDocument/2006/relationships" id="305" r:id="R3b3547ff487a40f4"/>
    <p:sldId xmlns:r="http://schemas.openxmlformats.org/officeDocument/2006/relationships" id="306" r:id="R886fea5b07cd4cdc"/>
    <p:sldId xmlns:r="http://schemas.openxmlformats.org/officeDocument/2006/relationships" id="307" r:id="R51bb5fc1aeea48a8"/>
    <p:sldId xmlns:r="http://schemas.openxmlformats.org/officeDocument/2006/relationships" id="308" r:id="R45bc08f66a944cff"/>
    <p:sldId xmlns:r="http://schemas.openxmlformats.org/officeDocument/2006/relationships" id="309" r:id="R04c23f98775140fa"/>
    <p:sldId xmlns:r="http://schemas.openxmlformats.org/officeDocument/2006/relationships" id="310" r:id="Rb3edcc12c9924815"/>
    <p:sldId xmlns:r="http://schemas.openxmlformats.org/officeDocument/2006/relationships" id="311" r:id="R12d822bcf5364bdc"/>
    <p:sldId xmlns:r="http://schemas.openxmlformats.org/officeDocument/2006/relationships" id="312" r:id="Ra751fbb002b74485"/>
    <p:sldId xmlns:r="http://schemas.openxmlformats.org/officeDocument/2006/relationships" id="313" r:id="R8930427a35124e2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3665317001439f" /><Relationship Type="http://schemas.openxmlformats.org/officeDocument/2006/relationships/slideMaster" Target="/ppt/slideMasters/slideMaster1.xml" Id="R102939608759439b" /><Relationship Type="http://schemas.openxmlformats.org/officeDocument/2006/relationships/notesMaster" Target="/ppt/notesMasters/notesMaster1.xml" Id="Re99e8d3232ce4b21" /><Relationship Type="http://schemas.openxmlformats.org/officeDocument/2006/relationships/presProps" Target="/ppt/presProps.xml" Id="R2b0cc4d6c8634159" /><Relationship Type="http://schemas.openxmlformats.org/officeDocument/2006/relationships/tableStyles" Target="/ppt/tableStyles.xml" Id="R4d928648949a4303" /><Relationship Type="http://schemas.openxmlformats.org/officeDocument/2006/relationships/slide" Target="/ppt/slides/slide1.xml" Id="Rb7949cc4dca44694" /><Relationship Type="http://schemas.openxmlformats.org/officeDocument/2006/relationships/slide" Target="/ppt/slides/slide2.xml" Id="R44d8c8afa45b4e66" /><Relationship Type="http://schemas.openxmlformats.org/officeDocument/2006/relationships/slide" Target="/ppt/slides/slide3.xml" Id="Rf20e2836c48f411a" /><Relationship Type="http://schemas.openxmlformats.org/officeDocument/2006/relationships/slide" Target="/ppt/slides/slide4.xml" Id="Rfecb5ddf208342cd" /><Relationship Type="http://schemas.openxmlformats.org/officeDocument/2006/relationships/slide" Target="/ppt/slides/slide5.xml" Id="Rb7483ce0703244a6" /><Relationship Type="http://schemas.openxmlformats.org/officeDocument/2006/relationships/slide" Target="/ppt/slides/slide6.xml" Id="R273155456b5344aa" /><Relationship Type="http://schemas.openxmlformats.org/officeDocument/2006/relationships/slide" Target="/ppt/slides/slide7.xml" Id="Rca701585b6fc4b7d" /><Relationship Type="http://schemas.openxmlformats.org/officeDocument/2006/relationships/slide" Target="/ppt/slides/slide8.xml" Id="R47acded4cccd455e" /><Relationship Type="http://schemas.openxmlformats.org/officeDocument/2006/relationships/slide" Target="/ppt/slides/slide9.xml" Id="R98252405c8de4ae3" /><Relationship Type="http://schemas.openxmlformats.org/officeDocument/2006/relationships/slide" Target="/ppt/slides/slide10.xml" Id="Rf86a73b69c0d4e50" /><Relationship Type="http://schemas.openxmlformats.org/officeDocument/2006/relationships/slide" Target="/ppt/slides/slide11.xml" Id="Ref7b24238e254dba" /><Relationship Type="http://schemas.openxmlformats.org/officeDocument/2006/relationships/slide" Target="/ppt/slides/slide12.xml" Id="Rf751c5bf03d2495c" /><Relationship Type="http://schemas.openxmlformats.org/officeDocument/2006/relationships/slide" Target="/ppt/slides/slide13.xml" Id="R8986a2217602415f" /><Relationship Type="http://schemas.openxmlformats.org/officeDocument/2006/relationships/slide" Target="/ppt/slides/slide14.xml" Id="R1813a8015b2148ef" /><Relationship Type="http://schemas.openxmlformats.org/officeDocument/2006/relationships/slide" Target="/ppt/slides/slide15.xml" Id="Ra5e50d20f8524ec7" /><Relationship Type="http://schemas.openxmlformats.org/officeDocument/2006/relationships/slide" Target="/ppt/slides/slide16.xml" Id="R7a8f15fa073a4fce" /><Relationship Type="http://schemas.openxmlformats.org/officeDocument/2006/relationships/slide" Target="/ppt/slides/slide17.xml" Id="Re1273e20b9a24ad1" /><Relationship Type="http://schemas.openxmlformats.org/officeDocument/2006/relationships/slide" Target="/ppt/slides/slide18.xml" Id="R451cca497a204b1b" /><Relationship Type="http://schemas.openxmlformats.org/officeDocument/2006/relationships/slide" Target="/ppt/slides/slide19.xml" Id="Rd82d7dd2c0b64c35" /><Relationship Type="http://schemas.openxmlformats.org/officeDocument/2006/relationships/slide" Target="/ppt/slides/slide20.xml" Id="R949a243ac41946f2" /><Relationship Type="http://schemas.openxmlformats.org/officeDocument/2006/relationships/slide" Target="/ppt/slides/slide21.xml" Id="R0525980890214b3b" /><Relationship Type="http://schemas.openxmlformats.org/officeDocument/2006/relationships/slide" Target="/ppt/slides/slide22.xml" Id="R64ba47fcda9c48bd" /><Relationship Type="http://schemas.openxmlformats.org/officeDocument/2006/relationships/slide" Target="/ppt/slides/slide23.xml" Id="Ra13b9ca56d4a4d47" /><Relationship Type="http://schemas.openxmlformats.org/officeDocument/2006/relationships/slide" Target="/ppt/slides/slide24.xml" Id="Ree4d37a81176490e" /><Relationship Type="http://schemas.openxmlformats.org/officeDocument/2006/relationships/slide" Target="/ppt/slides/slide25.xml" Id="R630d04b07a4c4e63" /><Relationship Type="http://schemas.openxmlformats.org/officeDocument/2006/relationships/slide" Target="/ppt/slides/slide26.xml" Id="R3d66be241a844b0a" /><Relationship Type="http://schemas.openxmlformats.org/officeDocument/2006/relationships/slide" Target="/ppt/slides/slide27.xml" Id="R22e07fc9ec9240aa" /><Relationship Type="http://schemas.openxmlformats.org/officeDocument/2006/relationships/slide" Target="/ppt/slides/slide28.xml" Id="R44c238d56fd146f5" /><Relationship Type="http://schemas.openxmlformats.org/officeDocument/2006/relationships/slide" Target="/ppt/slides/slide29.xml" Id="R6f33656bc1574b57" /><Relationship Type="http://schemas.openxmlformats.org/officeDocument/2006/relationships/slide" Target="/ppt/slides/slide30.xml" Id="Rcf0a1139e82143da" /><Relationship Type="http://schemas.openxmlformats.org/officeDocument/2006/relationships/slide" Target="/ppt/slides/slide31.xml" Id="R3495da6c30ac4cbb" /><Relationship Type="http://schemas.openxmlformats.org/officeDocument/2006/relationships/slide" Target="/ppt/slides/slide32.xml" Id="R6cd86553940b4ebc" /><Relationship Type="http://schemas.openxmlformats.org/officeDocument/2006/relationships/slide" Target="/ppt/slides/slide33.xml" Id="R85518473e38c4f96" /><Relationship Type="http://schemas.openxmlformats.org/officeDocument/2006/relationships/slide" Target="/ppt/slides/slide34.xml" Id="R49ae383897774198" /><Relationship Type="http://schemas.openxmlformats.org/officeDocument/2006/relationships/slide" Target="/ppt/slides/slide35.xml" Id="R9cafbfec5f404f7d" /><Relationship Type="http://schemas.openxmlformats.org/officeDocument/2006/relationships/slide" Target="/ppt/slides/slide36.xml" Id="R1bb0e670934e4d86" /><Relationship Type="http://schemas.openxmlformats.org/officeDocument/2006/relationships/slide" Target="/ppt/slides/slide37.xml" Id="R54eabe053cf742cf" /><Relationship Type="http://schemas.openxmlformats.org/officeDocument/2006/relationships/slide" Target="/ppt/slides/slide38.xml" Id="Rff92f5a277d14cf9" /><Relationship Type="http://schemas.openxmlformats.org/officeDocument/2006/relationships/slide" Target="/ppt/slides/slide39.xml" Id="R59215ccda218496a" /><Relationship Type="http://schemas.openxmlformats.org/officeDocument/2006/relationships/slide" Target="/ppt/slides/slide40.xml" Id="R0f3aff5471954122" /><Relationship Type="http://schemas.openxmlformats.org/officeDocument/2006/relationships/slide" Target="/ppt/slides/slide41.xml" Id="R69f8116d7f214c48" /><Relationship Type="http://schemas.openxmlformats.org/officeDocument/2006/relationships/slide" Target="/ppt/slides/slide42.xml" Id="R99f67bef7cec437c" /><Relationship Type="http://schemas.openxmlformats.org/officeDocument/2006/relationships/slide" Target="/ppt/slides/slide43.xml" Id="R0c97fc7b7e594190" /><Relationship Type="http://schemas.openxmlformats.org/officeDocument/2006/relationships/slide" Target="/ppt/slides/slide44.xml" Id="R9deebadc45e74a4f" /><Relationship Type="http://schemas.openxmlformats.org/officeDocument/2006/relationships/slide" Target="/ppt/slides/slide45.xml" Id="Rb20a896d7ef24eff" /><Relationship Type="http://schemas.openxmlformats.org/officeDocument/2006/relationships/slide" Target="/ppt/slides/slide46.xml" Id="Rd6450bdfc44a4222" /><Relationship Type="http://schemas.openxmlformats.org/officeDocument/2006/relationships/slide" Target="/ppt/slides/slide47.xml" Id="R2f69e12a9c534752" /><Relationship Type="http://schemas.openxmlformats.org/officeDocument/2006/relationships/slide" Target="/ppt/slides/slide48.xml" Id="R314c98cb1b1d4827" /><Relationship Type="http://schemas.openxmlformats.org/officeDocument/2006/relationships/slide" Target="/ppt/slides/slide49.xml" Id="R84ecbcfa97e2417f" /><Relationship Type="http://schemas.openxmlformats.org/officeDocument/2006/relationships/slide" Target="/ppt/slides/slide50.xml" Id="R3b3547ff487a40f4" /><Relationship Type="http://schemas.openxmlformats.org/officeDocument/2006/relationships/slide" Target="/ppt/slides/slide51.xml" Id="R886fea5b07cd4cdc" /><Relationship Type="http://schemas.openxmlformats.org/officeDocument/2006/relationships/slide" Target="/ppt/slides/slide52.xml" Id="R51bb5fc1aeea48a8" /><Relationship Type="http://schemas.openxmlformats.org/officeDocument/2006/relationships/slide" Target="/ppt/slides/slide53.xml" Id="R45bc08f66a944cff" /><Relationship Type="http://schemas.openxmlformats.org/officeDocument/2006/relationships/slide" Target="/ppt/slides/slide54.xml" Id="R04c23f98775140fa" /><Relationship Type="http://schemas.openxmlformats.org/officeDocument/2006/relationships/slide" Target="/ppt/slides/slide55.xml" Id="Rb3edcc12c9924815" /><Relationship Type="http://schemas.openxmlformats.org/officeDocument/2006/relationships/slide" Target="/ppt/slides/slide56.xml" Id="R12d822bcf5364bdc" /><Relationship Type="http://schemas.openxmlformats.org/officeDocument/2006/relationships/slide" Target="/ppt/slides/slide57.xml" Id="Ra751fbb002b74485" /><Relationship Type="http://schemas.openxmlformats.org/officeDocument/2006/relationships/slide" Target="/ppt/slides/slide58.xml" Id="R8930427a35124e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d127a6350a4d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KryZal">
  <a:themeElements>
    <a:clrScheme name="KryZal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KryZ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ebedafa80d421d" /><Relationship Type="http://schemas.openxmlformats.org/officeDocument/2006/relationships/notesMaster" Target="/ppt/notesMasters/notesMaster1.xml" Id="Re0b44a5910e744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cf844ecbaa4ba7" /><Relationship Type="http://schemas.openxmlformats.org/officeDocument/2006/relationships/notesMaster" Target="/ppt/notesMasters/notesMaster1.xml" Id="R6bbf40d5ee5044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01ded928ed42a2" /><Relationship Type="http://schemas.openxmlformats.org/officeDocument/2006/relationships/notesMaster" Target="/ppt/notesMasters/notesMaster1.xml" Id="Ra05dad48058840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433dc570134cfb" /><Relationship Type="http://schemas.openxmlformats.org/officeDocument/2006/relationships/notesMaster" Target="/ppt/notesMasters/notesMaster1.xml" Id="R42644fbab20c4d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3aa21ca10f4f37" /><Relationship Type="http://schemas.openxmlformats.org/officeDocument/2006/relationships/notesMaster" Target="/ppt/notesMasters/notesMaster1.xml" Id="Rd8e5b6d0838441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1109a695384d38" /><Relationship Type="http://schemas.openxmlformats.org/officeDocument/2006/relationships/notesMaster" Target="/ppt/notesMasters/notesMaster1.xml" Id="R017dbacf8ff049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f656580d944f23" /><Relationship Type="http://schemas.openxmlformats.org/officeDocument/2006/relationships/notesMaster" Target="/ppt/notesMasters/notesMaster1.xml" Id="Rc585c7fb3b124c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0a4e642dbf447a" /><Relationship Type="http://schemas.openxmlformats.org/officeDocument/2006/relationships/notesMaster" Target="/ppt/notesMasters/notesMaster1.xml" Id="R7caacf081c9342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75d17d6e774bae" /><Relationship Type="http://schemas.openxmlformats.org/officeDocument/2006/relationships/notesMaster" Target="/ppt/notesMasters/notesMaster1.xml" Id="Rfeae173678ea41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02b9312cbd4e8e" /><Relationship Type="http://schemas.openxmlformats.org/officeDocument/2006/relationships/notesMaster" Target="/ppt/notesMasters/notesMaster1.xml" Id="R91065c47d6d04e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8f61f65b194c9d" /><Relationship Type="http://schemas.openxmlformats.org/officeDocument/2006/relationships/notesMaster" Target="/ppt/notesMasters/notesMaster1.xml" Id="R898ce236789846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886046eb6c4bf0" /><Relationship Type="http://schemas.openxmlformats.org/officeDocument/2006/relationships/notesMaster" Target="/ppt/notesMasters/notesMaster1.xml" Id="R40ee889f05814d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5143d37dd0435f" /><Relationship Type="http://schemas.openxmlformats.org/officeDocument/2006/relationships/notesMaster" Target="/ppt/notesMasters/notesMaster1.xml" Id="R3d99a78bc88047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208023e2bb1472f" /><Relationship Type="http://schemas.openxmlformats.org/officeDocument/2006/relationships/notesMaster" Target="/ppt/notesMasters/notesMaster1.xml" Id="R11e103882cf24e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35ff64bdaa4a49" /><Relationship Type="http://schemas.openxmlformats.org/officeDocument/2006/relationships/notesMaster" Target="/ppt/notesMasters/notesMaster1.xml" Id="R160aac7b345245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ca9fa137724f01" /><Relationship Type="http://schemas.openxmlformats.org/officeDocument/2006/relationships/notesMaster" Target="/ppt/notesMasters/notesMaster1.xml" Id="R8c0eeaa8b7e048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4cedfd710f466f" /><Relationship Type="http://schemas.openxmlformats.org/officeDocument/2006/relationships/notesMaster" Target="/ppt/notesMasters/notesMaster1.xml" Id="R0db6112330f64e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7340019ec44451" /><Relationship Type="http://schemas.openxmlformats.org/officeDocument/2006/relationships/notesMaster" Target="/ppt/notesMasters/notesMaster1.xml" Id="R17340ca0172f47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a915f2ad9d4562" /><Relationship Type="http://schemas.openxmlformats.org/officeDocument/2006/relationships/notesMaster" Target="/ppt/notesMasters/notesMaster1.xml" Id="R4ec4e83154904e1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26d87302974922" /><Relationship Type="http://schemas.openxmlformats.org/officeDocument/2006/relationships/notesMaster" Target="/ppt/notesMasters/notesMaster1.xml" Id="R4f7bfe4e92664d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43897fcd04847e9" /><Relationship Type="http://schemas.openxmlformats.org/officeDocument/2006/relationships/notesMaster" Target="/ppt/notesMasters/notesMaster1.xml" Id="R07752daaf7df4b3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18dd2cc29714420" /><Relationship Type="http://schemas.openxmlformats.org/officeDocument/2006/relationships/notesMaster" Target="/ppt/notesMasters/notesMaster1.xml" Id="Ra6e3648b1b1a4f8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3679293e1b940e8" /><Relationship Type="http://schemas.openxmlformats.org/officeDocument/2006/relationships/notesMaster" Target="/ppt/notesMasters/notesMaster1.xml" Id="R5d98231896e7414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957f0ae8ef84709" /><Relationship Type="http://schemas.openxmlformats.org/officeDocument/2006/relationships/notesMaster" Target="/ppt/notesMasters/notesMaster1.xml" Id="Ra346b40cbde4495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45eb185431f46f3" /><Relationship Type="http://schemas.openxmlformats.org/officeDocument/2006/relationships/notesMaster" Target="/ppt/notesMasters/notesMaster1.xml" Id="R5510885bdf5b45b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2167c3a6e8c4461" /><Relationship Type="http://schemas.openxmlformats.org/officeDocument/2006/relationships/notesMaster" Target="/ppt/notesMasters/notesMaster1.xml" Id="R75146fa96cf14a1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0360cc4f96641fa" /><Relationship Type="http://schemas.openxmlformats.org/officeDocument/2006/relationships/notesMaster" Target="/ppt/notesMasters/notesMaster1.xml" Id="Ra41f8b0fd36d44d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1a7e854b5e64a48" /><Relationship Type="http://schemas.openxmlformats.org/officeDocument/2006/relationships/notesMaster" Target="/ppt/notesMasters/notesMaster1.xml" Id="Re08bc34ffc5b489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fee2764e4a04349" /><Relationship Type="http://schemas.openxmlformats.org/officeDocument/2006/relationships/notesMaster" Target="/ppt/notesMasters/notesMaster1.xml" Id="Rcc595dfe6a27450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1a50e11ae3c4515" /><Relationship Type="http://schemas.openxmlformats.org/officeDocument/2006/relationships/notesMaster" Target="/ppt/notesMasters/notesMaster1.xml" Id="R0964778c73b9483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3428a748cc041c6" /><Relationship Type="http://schemas.openxmlformats.org/officeDocument/2006/relationships/notesMaster" Target="/ppt/notesMasters/notesMaster1.xml" Id="Rbba647abf7204a4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1c17afa970340fc" /><Relationship Type="http://schemas.openxmlformats.org/officeDocument/2006/relationships/notesMaster" Target="/ppt/notesMasters/notesMaster1.xml" Id="R4246b9448769471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09dc9751ad046c2" /><Relationship Type="http://schemas.openxmlformats.org/officeDocument/2006/relationships/notesMaster" Target="/ppt/notesMasters/notesMaster1.xml" Id="R98c00b891d2c455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b0a14de9b614f8b" /><Relationship Type="http://schemas.openxmlformats.org/officeDocument/2006/relationships/notesMaster" Target="/ppt/notesMasters/notesMaster1.xml" Id="R9fefe2f462ee495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c0878bc6c344935" /><Relationship Type="http://schemas.openxmlformats.org/officeDocument/2006/relationships/notesMaster" Target="/ppt/notesMasters/notesMaster1.xml" Id="R4d17acbf90e84e6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c138ac91b984a60" /><Relationship Type="http://schemas.openxmlformats.org/officeDocument/2006/relationships/notesMaster" Target="/ppt/notesMasters/notesMaster1.xml" Id="R2e2ca03089df448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34c0d7c337246f6" /><Relationship Type="http://schemas.openxmlformats.org/officeDocument/2006/relationships/notesMaster" Target="/ppt/notesMasters/notesMaster1.xml" Id="R09d9d597c4154a8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3bdb3b083344964" /><Relationship Type="http://schemas.openxmlformats.org/officeDocument/2006/relationships/notesMaster" Target="/ppt/notesMasters/notesMaster1.xml" Id="R21e33af9cb3447a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a22f488b0764f52" /><Relationship Type="http://schemas.openxmlformats.org/officeDocument/2006/relationships/notesMaster" Target="/ppt/notesMasters/notesMaster1.xml" Id="R94b6214502124a4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75360156a8f41f3" /><Relationship Type="http://schemas.openxmlformats.org/officeDocument/2006/relationships/notesMaster" Target="/ppt/notesMasters/notesMaster1.xml" Id="R844d979592f345f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9e4dcd6c4bd44de" /><Relationship Type="http://schemas.openxmlformats.org/officeDocument/2006/relationships/notesMaster" Target="/ppt/notesMasters/notesMaster1.xml" Id="R20ac12d0ea69482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71da7caf8a24568" /><Relationship Type="http://schemas.openxmlformats.org/officeDocument/2006/relationships/notesMaster" Target="/ppt/notesMasters/notesMaster1.xml" Id="Raf015b3bd7e64ea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5002b6925be40c9" /><Relationship Type="http://schemas.openxmlformats.org/officeDocument/2006/relationships/notesMaster" Target="/ppt/notesMasters/notesMaster1.xml" Id="Re65f172050cf4ff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b2e92d908134ca2" /><Relationship Type="http://schemas.openxmlformats.org/officeDocument/2006/relationships/notesMaster" Target="/ppt/notesMasters/notesMaster1.xml" Id="R7141444436324ed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d3cf7c5c2804dcf" /><Relationship Type="http://schemas.openxmlformats.org/officeDocument/2006/relationships/notesMaster" Target="/ppt/notesMasters/notesMaster1.xml" Id="Rad2be2e0adc4455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cc7dc018e7b45ee" /><Relationship Type="http://schemas.openxmlformats.org/officeDocument/2006/relationships/notesMaster" Target="/ppt/notesMasters/notesMaster1.xml" Id="R5498e472be60441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a1fc87372604967" /><Relationship Type="http://schemas.openxmlformats.org/officeDocument/2006/relationships/notesMaster" Target="/ppt/notesMasters/notesMaster1.xml" Id="R04826f99b9cb4a4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44f124af41cd481b" /><Relationship Type="http://schemas.openxmlformats.org/officeDocument/2006/relationships/notesMaster" Target="/ppt/notesMasters/notesMaster1.xml" Id="R13f9e9a637864d4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772659b949d94a58" /><Relationship Type="http://schemas.openxmlformats.org/officeDocument/2006/relationships/notesMaster" Target="/ppt/notesMasters/notesMaster1.xml" Id="Rb07a6e8ff32d452b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8c754f606f841c6" /><Relationship Type="http://schemas.openxmlformats.org/officeDocument/2006/relationships/notesMaster" Target="/ppt/notesMasters/notesMaster1.xml" Id="R25bbe3c0735847d1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b995b269abb44d2" /><Relationship Type="http://schemas.openxmlformats.org/officeDocument/2006/relationships/notesMaster" Target="/ppt/notesMasters/notesMaster1.xml" Id="R468a405c87c14e9f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1bbf4060c7d94ae0" /><Relationship Type="http://schemas.openxmlformats.org/officeDocument/2006/relationships/notesMaster" Target="/ppt/notesMasters/notesMaster1.xml" Id="R2e373651f1444bd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2dfb2a4015744dc" /><Relationship Type="http://schemas.openxmlformats.org/officeDocument/2006/relationships/notesMaster" Target="/ppt/notesMasters/notesMaster1.xml" Id="Re2841e840e994242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6d1f376f67264663" /><Relationship Type="http://schemas.openxmlformats.org/officeDocument/2006/relationships/notesMaster" Target="/ppt/notesMasters/notesMaster1.xml" Id="R34e5215e3831497e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a72a46b6595c4c17" /><Relationship Type="http://schemas.openxmlformats.org/officeDocument/2006/relationships/notesMaster" Target="/ppt/notesMasters/notesMaster1.xml" Id="Rbffaa59d740c43f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f3d0fee1aa344f1" /><Relationship Type="http://schemas.openxmlformats.org/officeDocument/2006/relationships/notesMaster" Target="/ppt/notesMasters/notesMaster1.xml" Id="R3a662b411eef4be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de2810542ce46b5" /><Relationship Type="http://schemas.openxmlformats.org/officeDocument/2006/relationships/notesMaster" Target="/ppt/notesMasters/notesMaster1.xml" Id="R01b908c72bb943d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ecccb65a39742fa" /><Relationship Type="http://schemas.openxmlformats.org/officeDocument/2006/relationships/notesMaster" Target="/ppt/notesMasters/notesMaster1.xml" Id="R79d34caad94b4f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KryZal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Guía de uso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 del gimnasio y espacio de socios,</a:t>
            </a:r>
          </a:p>
          <a:p xmlns:a="http://schemas.openxmlformats.org/drawingml/2006/main">
            <a:r>
              <a:t>entrenadores y 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Kimetz Andrés Elorza</a:t>
            </a:r>
          </a:p>
          <a:p xmlns:a="http://schemas.openxmlformats.org/drawingml/2006/main">
            <a:r>
              <a:t>Proyecto académico DAW · 2025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ANTES DE EMPEZAR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Instalación y primer acceso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 el asistente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Extrae el ZIP fuera de www y abre Instalar_KryZal.exe. El asistente prepara Wamp y el acceso del escritorio.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Instalación manual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Copia FKryzal a www. Crea kryzal_mejorado en phpMyAdmin e importa FKryzal/sql/schema.sql.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Cuenta inicial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Revisa app/config.php y abre localhost/FKryzal/. Crea el administrador con o sin datos de prueba.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ANTES DE EMPEZAR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Demostración completa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Carga inicial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Marca Cargar demostración completa al crear el administrador: 150 socios, 8 entrenadores y 2 administradores adicionales.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Actividad para explorar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Incluye clases de hoy, seis semanas de histórico y cuatro meses futuros, con reservas, asistencias, puntos y consultas. Las cuentas de prueba usan KryzalDemo!7.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 PÚBLICA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portada del gimnasio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Navegación libre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Inicio, Quiénes somos y Contacto están disponibles sin iniciar sesión.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Acceso a tu cuenta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Iniciar sesión abre el acceso. Si ya has entrado, verás tu nombre y Cerrar sesión.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 PÚBLICA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 cuenta en la web del gimnasio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Identidad visible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cabecera muestra tu nombre completo y tu foto o inicial. Pulsa tu nombre para abrir Mi perfil.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Acceso al gimnasio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Inicio, Quiénes somos y Contacto permiten consultar la web pública. En móvil, abre Menú para ver las opciones.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 PÚBLICA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Instalaciones y servicios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Quiénes somos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 la presentación del gimnasio, sus instalaciones y servicios.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Contenido del club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página incluye entrenamiento personalizado, clases grupales, bienestar y testimonios.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 PÚBLICA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Contacto con el gimnasio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Envío de una consulta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Sin sesión, escribe nombre, email y mensaje. Con sesión, Contactar con Administración abre una petición desde tu cuenta.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Confirmación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aviso aparece superpuesto y desaparece a los cinco segundos. El administrador recibe la consulta dentro de la web.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Todos los roles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Acceso y perfil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Registro e inicio de sesión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Crear cuenta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Completa nombre, email y contraseña. El registro público crea una cuenta de socio.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Entrar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Usa tu email y contraseña. Recordar usuario guarda el correo para la próxima visita.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Primer acceso y contraseña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Cambio obligatorio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Entra con la contraseña temporal del administrador. Antes de continuar, debes establecer una nueva.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Requisitos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Mínimo 10 caracteres, con mayúscula, minúscula, número y símbolo. Introduce la temporal y repite la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Recuperación de contraseña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Solicitud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la pantalla de acceso, pulsa ¿Olvidaste tu contraseña? e introduce el email de tu cuenta.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Nueva contraseña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Abre el enlace, escribe y repite una contraseña que cumpla los requisitos. Guarda e inicia sesión. El enlace caduca a los 30 minutos.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Perfil, foto y contraseña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Datos personales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 perfil es la primera opción del menú. También se abre pulsando tu nombre abajo a la izquierda. Puedes cambiar tu nombre. El email identifica la cuenta.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Foto y contraseña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Pulsa tu avatar para cambiar la foto con previsualización. Para cambiar la contraseña, introduce también la actual.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Cambio de foto de perfil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Selección y vista previa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Pulsa tu foto o inicial y elige una imagen. La ventana muestra cómo quedará antes de guardar.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Guardar o cancelar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Guardar foto cierra la ventana y actualiza el avatar. Cancelar conserva la foto anterior. También puedes eliminarla.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Reservas, actividad y recompensas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Resumen del socio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 actividad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 el saldo para recompensas, tus próximas reservas y las asistencias registradas.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Puntuación y saldo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ranking usa tu puntuación de actividad. Canjear un premio reduce el saldo disponible, sin bajar esa puntuación.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Clases disponibles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Búsqueda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Busca por clase o entrenador con Intro o la lupa. El selector Todas las clases permite ir a Mis reservas. Las tildes y mayúsculas no afectan.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Reserva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Pulsa Reservar plaza. Si el horario está ocupado, Ver mi reserva abre tu reserva actual. El aviso se cierra a los cinco segundos o pulsando la cruz.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Clases con el aforo completo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Disponibilidad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Aforo completo indica que no quedan plazas y bloquea las nuevas reservas. La sesión conserva sus datos y la tarjeta del entrenador.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Plaza ya reservada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 ya tienes una plaza, puedes cancelarla con al menos 2 horas de antelación aunque la clase esté llena.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Agenda de clases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Cambio de vista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iconos de tarjetas y calendario cambian la vista sin perder la búsqueda ni el día seleccionado.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Mes y reservas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Utiliza las flechas para cambiar de mes y Hoy para volver al actual. Cada sesión ofrece su acción de reserva.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 clases y cancelaciones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Fijar una clase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Mis clases, pulsa la chincheta de una reserva para verla primero en Tarjetas. Vuelve a pulsarla para desfijarla.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Cancelar una plaza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Puedes cancelar con al menos 2 horas de antelación. Fuera de plazo, la reserva se mantiene. Volver cierra la confirmación.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Avisos y clases de hoy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 agenda de hoy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Mis clases, elige Hoy en la lista de días. Se aplica al seleccionarlo. Cualquier día recupera tus próximas reservas.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Recordatorio en el resumen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resumen avisa de las próximas clases que tienes hoy. El punto del menú señala ese recordatorio y los mensajes sin leer.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Clasificación del club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Puntuación de actividad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asistencia suma 10 y cada ausencia resta 10 cuando el entrenador completa la sesión.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 posición y saldo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navegación aparece arriba y abajo. Ir a mi posición abre tu página y resalta tu fila. La ayuda permite consultar a Administración.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Tu posición y empates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Posición compartida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Las personas con los mismos puntos ocupan el mismo puesto. Por ejemplo, dos primeras posiciones van seguidas del puesto tercero.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Localización de tu fila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Ir a mi posición abre la página correspondiente y destaca tu nombre. Funciona también cuando un empate ocupa varias páginas.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Recompensas del club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Premios disponibles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premio muestra su coste. El botón de canje se habilita cuando tienes saldo suficiente.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Canje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Selecciona un premio y confirma el canje. Se descuenta su coste del saldo y recibes un código en Mis recompensas.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 recompensas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Código y caducidad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Pulsa el icono junto al código. La marca de verificación y ¡Código copiado! confirman que está en el portapapeles.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Historial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Las pestañas separan Activas, Utilizadas y Caducadas. Un código utilizado no puede volver a validarse.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Historial de clases del socio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 del archivo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Mis clases, abre Archivadas. Las fijadas aparecen primero, seguidas de las últimas archivadas o canceladas. El calendario conserva su fecha.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Asistencia y puntos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Asistió aparece en verde y suma 10 puntos. No asistió aparece en rojo y resta 10. Una clase cancelada no aplica puntos.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Tarjeta del entrenador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Perfil de la clase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Pulsa la foto o el nombre para consultar el nombre y la especialidad del entrenador.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 sobre tu reserva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Contactar con el entrenador abre una petición para esa persona. Si estás inscrito, conserva la clase, fecha y hora. Sin reserva, es una consulta general.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Mensajes del socio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Recibidas y enviadas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Recibidas contiene las conversaciones que otras personas han iniciado contigo. Enviadas conserva las que inicias tú y sus respuestas. Todas reúne ambas.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Búsqueda y filtros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Combina el participante, el estado y Solo sin leer. Busca por asunto, nombre, correo o mensaje. Limpiar conserva la bandeja seleccionada.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SOCIOS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Nueva conversación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Administración o entrenador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Administración es la opción inicial. Busca por nombre o especialidad y selecciona al entrenador en Destinatario. No necesitas una reserva.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Envío y seguimiento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Escribe el asunto y el mensaje y pulsa Enviar mensaje. Encontrarás la conversación y sus respuestas en Mensajes → Enviadas.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Entrenadores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Clases, alumnos y asistencia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ENTRENADORES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Perfil y resumen del entrenador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Clases que impartes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Clases reúne toda tu gestión. Por gestionar junta próximas sesiones y asistencias pendientes. Todo el gimnasio permite consultar la agenda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Especialidad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administrador la define al crear la cuenta. Puedes cambiarla en Mi perfil.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ENTRENADORES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Especialidad del entrenador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Cambio de especialidad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Mi perfil selecciona tu especialidad y pulsa Guardar perfil. El cambio se mantiene en tu cuenta.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Primer acceso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 falta la especialidad, la web te pide completarla antes de gestionar clases. Si tienes una contraseña temporal, cámbiala primero.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ENTRENADORES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Gestión de clases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Nueva sesión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Clases, despliega Nueva clase e introduce nombre, fecha futura y plazas. Administración también selecciona el entrenador.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Clase asignada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entrenador gestiona sus propias sesiones. El administrador puede escoger o cambiar el entrenador.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ENTRENADORES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Agenda de hoy y avisos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Sesiones del día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Clases, elige Hoy para consultar las sesiones del día. Cualquier día recupera la agenda. La búsqueda y el día se mantienen entre vistas.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Asistencia por completar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Completar asistencia reúne las sesiones iniciadas sin revisar. Gestionar alumnos muestra las futuras. Las pendientes llevan chincheta hasta guardar su asistencia.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ENTRENADORES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Cancelación de una clase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del inicio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Pulsa Cancelar clase y revisa la ventana de confirmación. El entrenador actúa sobre sus sesiones y el administrador sobre todas.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Archivo sin penalización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Confirmar cancela la sesión. Las inscripciones se conservan en el archivo. Volver cierra la ventana sin cambios.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ENTRENADORES Y 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Clases sin inscritos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Cancelación automática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 llegar la hora de inicio, una clase sin inscritos pasa al archivo como cancelada. No suma ni resta puntos.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 del archivo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Abre Archivadas dentro de Clases. Una cancelación conserva la sesión sin aplicar puntos.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ENTRENADORES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Alumnos de una clase futura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36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 de inscritos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 la lista de inscritos.</a:t>
            </a:r>
          </a:p>
          <a:p xmlns:a="http://schemas.openxmlformats.org/drawingml/2006/main">
            <a:r>
              <a:t>Incluye nombre y email. El TXT indica que la asistencia está 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Retirada de un alumno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del inicio puedes retirar a un inscrito y confirmar la acción. La plaza vuelve a estar disponible.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ENTRENADORES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Registro de asistencia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del inicio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Selecciona Asistió o No asistió para cada inscrito. La aplicación exige completar todos los alumnos.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Archivo de la sesión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Guardar y archivar aplica los puntos y mueve la clase al archivo. Las clases que comienzan sin inscritos se cancelan automáticamente.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ENTRENADORES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Clases archivadas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Asistencia completada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Clases, abre Archivadas. Las últimas aparecen primero. Ver registro abre su asistencia y el informe. La tarjeta indica la fecha del archivo.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Clases canceladas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También permanecen en el archivo. La cancelación conserva sus inscripciones sin penalizar a los alumnos.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ENTRENADORES Y 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Desarchivar una asistencia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Corrección de un registro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Ver registro, Desarchivar clase devuelve una asistencia completada a pendientes. Puede hacerlo el entrenador asignado o Administración.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Revisión de puntos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confirmación revierte los puntos anteriores. Revisa a todos los alumnos y vuelve a guardar. El historial conserva quién realizó el cambio.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ENTRENADORES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Informes y listados de inscritos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Clase archivada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Descargar informe de clase archivada genera un TXT con la fecha de archivo, inscritos, asistencia y puntos de cada alumno.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Clase pendiente o cancelada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listado pendiente contiene nombres y correos, sin resultados de asistencia. En las canceladas indica su estado y conserva los inscritos.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ENTRENADORES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Mensajes del entrenador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Consultas recibidas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Mensajes, Recibidas muestra las consultas de socios, otros entrenadores y Administración. Los filtros rápidos permiten elegir al participante.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Consultas que envías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Enviadas reúne las conversaciones que tú inicias, incluidas sus respuestas. Pulsa Nueva conversación para escribir a Administración o a otro entrenador.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ENTRENADORES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Respuesta del entrenador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Contexto de la consulta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 desde la clase abre su ficha con el socio resaltado y su estado de asistencia. Desde allí puedes volver a la conversación. El socio abre su propia reserva.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y reapertura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Cerrar conserva el historial. Para seguir respondiendo, pulsa Reabrir conversación. Cada participante accede solo a sus conversaciones.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Gestión del gimnasio y de las cuentas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Resumen de 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Actividad del gimnasio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resumen muestra las próximas sesiones y cuántas clases tienen la asistencia pendiente de registrar.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Acceso a la gestión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Clases reúne las sesiones y sus tareas. El menú permite administrar usuarios, recompensas, correo y consultas.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Creación de cuentas y roles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Nueva cuenta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Despliega Crear nueva cuenta. Introduce nombre, email, contraseña temporal y rol: socio, entrenador o administrador.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Especialidad y primer acceso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 es entrenador, selecciona su especialidad. La cuenta queda activa y debe cambiar su contraseña temporal al entrar.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Clases desde 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entrenador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Clases o la ficha de una sesión futura, abre Cambiar entrenador. Elige uno activo y pulsa Guardar entrenador. Las reservas se conservan.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Gestión de sesiones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Clases, usa Por gestionar, Completar asistencia, Gestionar alumnos o Archivadas. Combina la tarea con la búsqueda, el día y el calendario.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Filtros y gestión de usuarios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Rol, búsqueda y orden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Los botones superiores filtran por rol. Busca por nombre o correo con Intro o la lupa. Elige nombre o inscripción en la lista junto al buscador: el orden se aplica al seleccionarlo.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Edición y activación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Pulsa Editar en la fila de una cuenta para desplegar sus datos. Guarda los cambios. Desmarcar Cuenta activa bloquea el acceso y cierra sus sesiones.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Correo y acceso de las cuentas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Editar el correo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Busca la cuenta, modifica Email y pulsa Guardar. El usuario accede con su nuevo correo y conserva las reservas.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Restablecer el acceso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Define una contraseña temporal en la misma ficha. El usuario deberá cambiarla al entrar. La cuenta conserva su estado de activación.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Gestión de puntos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Valores independientes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Abre Modificar puntos en la ficha del socio. Edita el saldo de recompensas y la puntuación de clasificación por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Guardado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Confirma Guardar puntos. Si el saldo ha cambiado desde que abriste el formulario, recarga antes de corregirlo.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Validación de recompensas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 del código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Introduce el código del socio.</a:t>
            </a:r>
          </a:p>
          <a:p xmlns:a="http://schemas.openxmlformats.org/drawingml/2006/main">
            <a:r>
              <a:t>Pulsa Consultar código en Validar recompensas.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Entrega del premio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Revisa titular, premio y caducidad. Marca la entrega como utilizada. El código queda en pantalla con el estado actualizado.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Historial de recompensas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Búsqueda y filtros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Validar recompensas, abre Historial de códigos. Busca por socio, correo, premio o código y filtra por tipo y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Registro de la entrega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Archivadas reúne utilizadas y caducadas. Consulta quién canjeó el premio y quién validó su entrega. Ver código abre el detalle.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Correo y recuperación de cuentas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Configuración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modo local guarda las respuestas sin enviarlas. SMTP permite enviar correos reales con los datos de tu cuenta de correo.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Recuperación de cuentas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Desde localhost y en modo local puedes consultar los enlaces de recuperación, válidos durante 30 minutos.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Enlaces de recuperación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 de enlaces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Recuperación de cuentas, busca por nombre o correo. La ficha indica si el enlace está vigente, caducó o fue utilizado o sustituido.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Recuperación del acceso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Generar nuevo enlace anula los anteriores. Copia el enlace vigente y ábrelo sin sesión o en una ventana privada. Dura 30 minutos.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Mensajes de 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54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Internos y formulario web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Mensajes está debajo de Validar recompensas. Internos reúne conversaciones de las cuentas; Formulario web contiene las consultas enviadas sin sesión.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Bandejas y filtros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Recibidas y Enviadas separan el origen de la conversación. Filtra por participante, estado o mensajes sin leer. Nueva conversación permite escribir a una cuenta activa.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Conversación desde 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Respuesta en KryZal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Abre la conversación y responde desde su ficha. La otra persona verá el aviso en Mensajes. Las consultas dirigidas a Administración las atiende el equipo administrador.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y reapertura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Cerrar conversación conserva el historial. Para continuar, pulsa Reabrir conversación. Cada cuenta accede a las conversaciones en las que participa.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Consultas del formulario web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Búsqueda de consultas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 Mensajes, abre Formulario web. Las pestañas separan Todas, Pendientes de envío y Respondidas por correo. Busca con Intro o la lupa.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Origen y respuesta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Combina el correo con Solo sin leer. Los selectores se aplican al elegir una opción. Una respuesta local sigue pendiente hasta enviarse por correo.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ADMINISTRACIÓN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Respuesta a una consulta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Conversación y respuesta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Abre la consulta, escribe la respuesta y confirma. El historial conserva el texto, el administrador y el estado del envío.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Correo o modo local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 SMTP se envía al correo del visitante. En modo local solo se guarda. Tras configurar SMTP, puedes enviar una respuesta guardada.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USO HABITUAL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Acceso diario y documentos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KryZal / Guía de uso / 58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Acceso del escritorio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Abre KryZal. El acceso intenta iniciar Wamp y después abre la portada. También puedes entrar en http://localhost/FKryzal/.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Documentación del paquete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IMPORTANTE.txt resume la instalación y el uso diario. README.md amplía las funciones. GUIA_WAMP.txt explica la instalación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6a70befd64ec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044d869404e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b25b2151b4c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996bf1ce8141f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2db73b21e4d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4072025204a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7AE4AB-4324-4BF3-86A2-C1BA997A79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1295E9-D620-417F-B212-135FB8AD11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597E6A9-ABCD-493F-A164-41D5E87FA3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1A3190-5640-429A-907C-926CBE6E06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429F66A-B27A-428E-960C-365BC08B47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BDE1F4-4EA7-4FBA-B30E-F3E6652983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B9CBE9-BCE1-4498-AC02-8A3B9AED10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DD59931-3483-4CED-A780-C6AAB1CC4B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AF4484-843B-4F25-AF2F-9B7CD91698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EB53F8-623E-4334-9929-DB7B3A5C8E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735008e3f04990" /><Relationship Type="http://schemas.openxmlformats.org/officeDocument/2006/relationships/slideLayout" Target="/ppt/slideLayouts/slideLayout1.xml" Id="R6b63a3aa24294b12" /><Relationship Type="http://schemas.openxmlformats.org/officeDocument/2006/relationships/slideLayout" Target="/ppt/slideLayouts/slideLayout2.xml" Id="R570bfa0e956b454e" /><Relationship Type="http://schemas.openxmlformats.org/officeDocument/2006/relationships/slideLayout" Target="/ppt/slideLayouts/slideLayout3.xml" Id="R88356c6f532c42f1" /><Relationship Type="http://schemas.openxmlformats.org/officeDocument/2006/relationships/slideLayout" Target="/ppt/slideLayouts/slideLayout4.xml" Id="R91207342d384420a" /><Relationship Type="http://schemas.openxmlformats.org/officeDocument/2006/relationships/slideLayout" Target="/ppt/slideLayouts/slideLayout5.xml" Id="Re20057de89994660" /><Relationship Type="http://schemas.openxmlformats.org/officeDocument/2006/relationships/slideLayout" Target="/ppt/slideLayouts/slideLayout6.xml" Id="R9f63f57d56b849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63a3aa24294b12"/>
    <p:sldLayoutId xmlns:r="http://schemas.openxmlformats.org/officeDocument/2006/relationships" id="2147483650" r:id="R570bfa0e956b454e"/>
    <p:sldLayoutId xmlns:r="http://schemas.openxmlformats.org/officeDocument/2006/relationships" id="2147483651" r:id="R88356c6f532c42f1"/>
    <p:sldLayoutId xmlns:r="http://schemas.openxmlformats.org/officeDocument/2006/relationships" id="2147483652" r:id="R91207342d384420a"/>
    <p:sldLayoutId xmlns:r="http://schemas.openxmlformats.org/officeDocument/2006/relationships" id="2147483653" r:id="Re20057de89994660"/>
    <p:sldLayoutId xmlns:r="http://schemas.openxmlformats.org/officeDocument/2006/relationships" id="2147483654" r:id="R9f63f57d56b849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KryZal">
  <a:themeElements>
    <a:clrScheme name="KryZal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KryZ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10316d16b14fc0" /><Relationship Type="http://schemas.openxmlformats.org/officeDocument/2006/relationships/image" Target="/ppt/media/image.png" Id="Rbc846a0dc23441a3" /><Relationship Type="http://schemas.openxmlformats.org/officeDocument/2006/relationships/notesSlide" Target="/ppt/notesSlides/notesSlide1.xml" Id="R74714111ffad46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e79bcf92764507" /><Relationship Type="http://schemas.openxmlformats.org/officeDocument/2006/relationships/image" Target="/ppt/media/image2.png" Id="R9ed9c23fea2444f0" /><Relationship Type="http://schemas.openxmlformats.org/officeDocument/2006/relationships/notesSlide" Target="/ppt/notesSlides/notesSlide2.xml" Id="R17798261c6944e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08da5fea414ae5" /><Relationship Type="http://schemas.openxmlformats.org/officeDocument/2006/relationships/image" Target="/ppt/media/image3.png" Id="Ra0ffe8fc251c4c31" /><Relationship Type="http://schemas.openxmlformats.org/officeDocument/2006/relationships/notesSlide" Target="/ppt/notesSlides/notesSlide3.xml" Id="Rd2d3661345414a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0b7fa251d04ca5" /><Relationship Type="http://schemas.openxmlformats.org/officeDocument/2006/relationships/image" Target="/ppt/media/image4.png" Id="R738db1ea9cbe4a04" /><Relationship Type="http://schemas.openxmlformats.org/officeDocument/2006/relationships/notesSlide" Target="/ppt/notesSlides/notesSlide4.xml" Id="R80b772fd9d7644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edac3682b64506" /><Relationship Type="http://schemas.openxmlformats.org/officeDocument/2006/relationships/image" Target="/ppt/media/image5.png" Id="Ra8532e1f2b044162" /><Relationship Type="http://schemas.openxmlformats.org/officeDocument/2006/relationships/notesSlide" Target="/ppt/notesSlides/notesSlide5.xml" Id="R7b09c52a35e14b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1be2e051ed44db" /><Relationship Type="http://schemas.openxmlformats.org/officeDocument/2006/relationships/image" Target="/ppt/media/image6.png" Id="Ra4c4b522ace2499f" /><Relationship Type="http://schemas.openxmlformats.org/officeDocument/2006/relationships/notesSlide" Target="/ppt/notesSlides/notesSlide6.xml" Id="R06fe895f4a5c4a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a0995f9cfe4862" /><Relationship Type="http://schemas.openxmlformats.org/officeDocument/2006/relationships/image" Target="/ppt/media/image7.png" Id="Rf656e1c2c0ca49ce" /><Relationship Type="http://schemas.openxmlformats.org/officeDocument/2006/relationships/notesSlide" Target="/ppt/notesSlides/notesSlide7.xml" Id="Rd16ce86fe1a041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ce238980d242db" /><Relationship Type="http://schemas.openxmlformats.org/officeDocument/2006/relationships/notesSlide" Target="/ppt/notesSlides/notesSlide8.xml" Id="R5fe8a6b3d34446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656126b8fd473f" /><Relationship Type="http://schemas.openxmlformats.org/officeDocument/2006/relationships/image" Target="/ppt/media/image8.png" Id="Rd3918a6b9498403a" /><Relationship Type="http://schemas.openxmlformats.org/officeDocument/2006/relationships/image" Target="/ppt/media/image9.png" Id="R82d4a66b09934f66" /><Relationship Type="http://schemas.openxmlformats.org/officeDocument/2006/relationships/notesSlide" Target="/ppt/notesSlides/notesSlide9.xml" Id="R0265efc6a87949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8e70e9d624b5b" /><Relationship Type="http://schemas.openxmlformats.org/officeDocument/2006/relationships/image" Target="/ppt/media/image10.png" Id="Rf260ac7ebb054262" /><Relationship Type="http://schemas.openxmlformats.org/officeDocument/2006/relationships/notesSlide" Target="/ppt/notesSlides/notesSlide10.xml" Id="Recfb2614ad624f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3430934c54ea9" /><Relationship Type="http://schemas.openxmlformats.org/officeDocument/2006/relationships/image" Target="/ppt/media/image11.png" Id="R8211e5ebd3414c5d" /><Relationship Type="http://schemas.openxmlformats.org/officeDocument/2006/relationships/notesSlide" Target="/ppt/notesSlides/notesSlide11.xml" Id="Rf94e3de54c3d4b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c7ee401a8b482c" /><Relationship Type="http://schemas.openxmlformats.org/officeDocument/2006/relationships/image" Target="/ppt/media/image12.png" Id="R3b0c81a14fa345a1" /><Relationship Type="http://schemas.openxmlformats.org/officeDocument/2006/relationships/notesSlide" Target="/ppt/notesSlides/notesSlide12.xml" Id="R65927ccb2e114f6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d85336776748cd" /><Relationship Type="http://schemas.openxmlformats.org/officeDocument/2006/relationships/image" Target="/ppt/media/image13.png" Id="R202705ca5a404ace" /><Relationship Type="http://schemas.openxmlformats.org/officeDocument/2006/relationships/notesSlide" Target="/ppt/notesSlides/notesSlide13.xml" Id="R90e684291e394e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c8bec65bf4413a" /><Relationship Type="http://schemas.openxmlformats.org/officeDocument/2006/relationships/notesSlide" Target="/ppt/notesSlides/notesSlide14.xml" Id="R75bc975d27e249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0557e2fdfd4de4" /><Relationship Type="http://schemas.openxmlformats.org/officeDocument/2006/relationships/image" Target="/ppt/media/image14.png" Id="R6e2f8f00e32c4d06" /><Relationship Type="http://schemas.openxmlformats.org/officeDocument/2006/relationships/notesSlide" Target="/ppt/notesSlides/notesSlide15.xml" Id="R96645b38add74b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595f2687a447a7" /><Relationship Type="http://schemas.openxmlformats.org/officeDocument/2006/relationships/image" Target="/ppt/media/image15.png" Id="R3a01522b33234204" /><Relationship Type="http://schemas.openxmlformats.org/officeDocument/2006/relationships/notesSlide" Target="/ppt/notesSlides/notesSlide16.xml" Id="R970cca47f8684b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31528dbc08444d" /><Relationship Type="http://schemas.openxmlformats.org/officeDocument/2006/relationships/image" Target="/ppt/media/image16.png" Id="Rbe7270877c134890" /><Relationship Type="http://schemas.openxmlformats.org/officeDocument/2006/relationships/notesSlide" Target="/ppt/notesSlides/notesSlide17.xml" Id="R83087367453643f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b2fc94318b40af" /><Relationship Type="http://schemas.openxmlformats.org/officeDocument/2006/relationships/image" Target="/ppt/media/image17.png" Id="Ra1e20f75c3e9441f" /><Relationship Type="http://schemas.openxmlformats.org/officeDocument/2006/relationships/notesSlide" Target="/ppt/notesSlides/notesSlide18.xml" Id="R737a6efd4402460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15b6e71934fd4" /><Relationship Type="http://schemas.openxmlformats.org/officeDocument/2006/relationships/image" Target="/ppt/media/image18.png" Id="R6fc0e1e079944c4b" /><Relationship Type="http://schemas.openxmlformats.org/officeDocument/2006/relationships/notesSlide" Target="/ppt/notesSlides/notesSlide19.xml" Id="R7dc0097f885e4f4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9e4d2fc4764d2c" /><Relationship Type="http://schemas.openxmlformats.org/officeDocument/2006/relationships/image" Target="/ppt/media/image19.png" Id="R9d27071470394fb8" /><Relationship Type="http://schemas.openxmlformats.org/officeDocument/2006/relationships/notesSlide" Target="/ppt/notesSlides/notesSlide20.xml" Id="Rc41c792cf56f4f4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c36f760acf4d40" /><Relationship Type="http://schemas.openxmlformats.org/officeDocument/2006/relationships/image" Target="/ppt/media/image20.png" Id="R736f8d844d6741f1" /><Relationship Type="http://schemas.openxmlformats.org/officeDocument/2006/relationships/notesSlide" Target="/ppt/notesSlides/notesSlide21.xml" Id="R9fbb90892719483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44b032a6a84135" /><Relationship Type="http://schemas.openxmlformats.org/officeDocument/2006/relationships/image" Target="/ppt/media/image21.png" Id="R903b891863e14ccd" /><Relationship Type="http://schemas.openxmlformats.org/officeDocument/2006/relationships/notesSlide" Target="/ppt/notesSlides/notesSlide22.xml" Id="R2e4f4b97d5e44a9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42c98870224795" /><Relationship Type="http://schemas.openxmlformats.org/officeDocument/2006/relationships/image" Target="/ppt/media/image22.png" Id="R270e02041bdf4ca7" /><Relationship Type="http://schemas.openxmlformats.org/officeDocument/2006/relationships/notesSlide" Target="/ppt/notesSlides/notesSlide23.xml" Id="Re73874897b7c494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2fd97a0a004db9" /><Relationship Type="http://schemas.openxmlformats.org/officeDocument/2006/relationships/image" Target="/ppt/media/image23.png" Id="Re3acb514cc904723" /><Relationship Type="http://schemas.openxmlformats.org/officeDocument/2006/relationships/notesSlide" Target="/ppt/notesSlides/notesSlide24.xml" Id="Rbf4a7baffe994bf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29f61b8314cb2" /><Relationship Type="http://schemas.openxmlformats.org/officeDocument/2006/relationships/image" Target="/ppt/media/image24.png" Id="Ra4b544286e554071" /><Relationship Type="http://schemas.openxmlformats.org/officeDocument/2006/relationships/notesSlide" Target="/ppt/notesSlides/notesSlide25.xml" Id="R942748a0595e4f8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b65a5a5dd4792" /><Relationship Type="http://schemas.openxmlformats.org/officeDocument/2006/relationships/image" Target="/ppt/media/image25.png" Id="R7082c1830ca541e9" /><Relationship Type="http://schemas.openxmlformats.org/officeDocument/2006/relationships/notesSlide" Target="/ppt/notesSlides/notesSlide26.xml" Id="R48a08ef1f517465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ed1d90d01b40b2" /><Relationship Type="http://schemas.openxmlformats.org/officeDocument/2006/relationships/image" Target="/ppt/media/image26.png" Id="R4d3eded50d384abb" /><Relationship Type="http://schemas.openxmlformats.org/officeDocument/2006/relationships/notesSlide" Target="/ppt/notesSlides/notesSlide27.xml" Id="Rb30fd6944dec472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784c1b62864ab4" /><Relationship Type="http://schemas.openxmlformats.org/officeDocument/2006/relationships/image" Target="/ppt/media/image27.png" Id="R742fde06665945e9" /><Relationship Type="http://schemas.openxmlformats.org/officeDocument/2006/relationships/notesSlide" Target="/ppt/notesSlides/notesSlide28.xml" Id="R9c8160da410747a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efaf738fc4e5b" /><Relationship Type="http://schemas.openxmlformats.org/officeDocument/2006/relationships/notesSlide" Target="/ppt/notesSlides/notesSlide29.xml" Id="Ra73ba66d898b45a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8c94184f5419a" /><Relationship Type="http://schemas.openxmlformats.org/officeDocument/2006/relationships/image" Target="/ppt/media/image28.png" Id="Re375bd802b004488" /><Relationship Type="http://schemas.openxmlformats.org/officeDocument/2006/relationships/notesSlide" Target="/ppt/notesSlides/notesSlide30.xml" Id="R678de08cd0c84ac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55120f77f548ff" /><Relationship Type="http://schemas.openxmlformats.org/officeDocument/2006/relationships/image" Target="/ppt/media/image29.png" Id="R5590f41119dd4839" /><Relationship Type="http://schemas.openxmlformats.org/officeDocument/2006/relationships/notesSlide" Target="/ppt/notesSlides/notesSlide31.xml" Id="Rabe11cb78d164e2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d0dbc6d7a64b09" /><Relationship Type="http://schemas.openxmlformats.org/officeDocument/2006/relationships/image" Target="/ppt/media/image30.png" Id="R7ddac1ffec394e16" /><Relationship Type="http://schemas.openxmlformats.org/officeDocument/2006/relationships/notesSlide" Target="/ppt/notesSlides/notesSlide32.xml" Id="Racd81b0a3244492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173ebe1d664abe" /><Relationship Type="http://schemas.openxmlformats.org/officeDocument/2006/relationships/image" Target="/ppt/media/image31.png" Id="R9d01fcdbeb7d4ee0" /><Relationship Type="http://schemas.openxmlformats.org/officeDocument/2006/relationships/notesSlide" Target="/ppt/notesSlides/notesSlide33.xml" Id="Rc10d84edc1c1400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37f30575bb445a" /><Relationship Type="http://schemas.openxmlformats.org/officeDocument/2006/relationships/image" Target="/ppt/media/image32.png" Id="Rdb3c705fa6a14b9c" /><Relationship Type="http://schemas.openxmlformats.org/officeDocument/2006/relationships/notesSlide" Target="/ppt/notesSlides/notesSlide34.xml" Id="R97569d9e2ac4415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7f57aa0be3451c" /><Relationship Type="http://schemas.openxmlformats.org/officeDocument/2006/relationships/image" Target="/ppt/media/image33.png" Id="Rc38a21a8b2a04486" /><Relationship Type="http://schemas.openxmlformats.org/officeDocument/2006/relationships/notesSlide" Target="/ppt/notesSlides/notesSlide35.xml" Id="Rdc16d6b88d5544c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c1139915b54253" /><Relationship Type="http://schemas.openxmlformats.org/officeDocument/2006/relationships/image" Target="/ppt/media/image34.png" Id="Rc6f4fbe9dc3d4de2" /><Relationship Type="http://schemas.openxmlformats.org/officeDocument/2006/relationships/notesSlide" Target="/ppt/notesSlides/notesSlide36.xml" Id="Refdb6290d679432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ae33fe71a74ac7" /><Relationship Type="http://schemas.openxmlformats.org/officeDocument/2006/relationships/image" Target="/ppt/media/image35.png" Id="R58691c140f5545f7" /><Relationship Type="http://schemas.openxmlformats.org/officeDocument/2006/relationships/notesSlide" Target="/ppt/notesSlides/notesSlide37.xml" Id="R796d8ed275bf438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657de803bf4242" /><Relationship Type="http://schemas.openxmlformats.org/officeDocument/2006/relationships/image" Target="/ppt/media/image36.png" Id="R46046497df0a4c6c" /><Relationship Type="http://schemas.openxmlformats.org/officeDocument/2006/relationships/notesSlide" Target="/ppt/notesSlides/notesSlide38.xml" Id="R2fdaf6994cd947c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7072ab4d34daa" /><Relationship Type="http://schemas.openxmlformats.org/officeDocument/2006/relationships/image" Target="/ppt/media/image37.png" Id="R9d7d3e22360f4b20" /><Relationship Type="http://schemas.openxmlformats.org/officeDocument/2006/relationships/notesSlide" Target="/ppt/notesSlides/notesSlide39.xml" Id="R8bb01a830233427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ad1fa96df4d63" /><Relationship Type="http://schemas.openxmlformats.org/officeDocument/2006/relationships/image" Target="/ppt/media/image38.png" Id="Rd68b20d158f145bf" /><Relationship Type="http://schemas.openxmlformats.org/officeDocument/2006/relationships/notesSlide" Target="/ppt/notesSlides/notesSlide40.xml" Id="Radbabeb9f4604cb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8dad504dfb40da" /><Relationship Type="http://schemas.openxmlformats.org/officeDocument/2006/relationships/image" Target="/ppt/media/image39.png" Id="Rb50784a25bcb4893" /><Relationship Type="http://schemas.openxmlformats.org/officeDocument/2006/relationships/notesSlide" Target="/ppt/notesSlides/notesSlide41.xml" Id="R6d23a1fc7068412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587c3a37b4c09" /><Relationship Type="http://schemas.openxmlformats.org/officeDocument/2006/relationships/image" Target="/ppt/media/image40.png" Id="Rcc9533139f1f4822" /><Relationship Type="http://schemas.openxmlformats.org/officeDocument/2006/relationships/notesSlide" Target="/ppt/notesSlides/notesSlide42.xml" Id="R7674ad11e37243a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335a1a1ab4d34" /><Relationship Type="http://schemas.openxmlformats.org/officeDocument/2006/relationships/notesSlide" Target="/ppt/notesSlides/notesSlide43.xml" Id="R9e2735c17cf644c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b1bc5ca7644d95" /><Relationship Type="http://schemas.openxmlformats.org/officeDocument/2006/relationships/image" Target="/ppt/media/image41.png" Id="R90247521723448d9" /><Relationship Type="http://schemas.openxmlformats.org/officeDocument/2006/relationships/notesSlide" Target="/ppt/notesSlides/notesSlide44.xml" Id="R32c6a8c585514c9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ed78498b34929" /><Relationship Type="http://schemas.openxmlformats.org/officeDocument/2006/relationships/image" Target="/ppt/media/image42.png" Id="R3b6d9b2eaf644c94" /><Relationship Type="http://schemas.openxmlformats.org/officeDocument/2006/relationships/notesSlide" Target="/ppt/notesSlides/notesSlide45.xml" Id="R1e3167fc374b4924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597c4400b4cd2" /><Relationship Type="http://schemas.openxmlformats.org/officeDocument/2006/relationships/image" Target="/ppt/media/image43.png" Id="R17f00be8b5534ae6" /><Relationship Type="http://schemas.openxmlformats.org/officeDocument/2006/relationships/notesSlide" Target="/ppt/notesSlides/notesSlide46.xml" Id="Rdd22819c8715442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e8c86ad214440e" /><Relationship Type="http://schemas.openxmlformats.org/officeDocument/2006/relationships/image" Target="/ppt/media/image44.png" Id="R1d111907d97f425d" /><Relationship Type="http://schemas.openxmlformats.org/officeDocument/2006/relationships/notesSlide" Target="/ppt/notesSlides/notesSlide47.xml" Id="R56bbb9d9000640b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e27a5f31334c85" /><Relationship Type="http://schemas.openxmlformats.org/officeDocument/2006/relationships/image" Target="/ppt/media/image45.png" Id="R2cfca4f7d09347b5" /><Relationship Type="http://schemas.openxmlformats.org/officeDocument/2006/relationships/notesSlide" Target="/ppt/notesSlides/notesSlide48.xml" Id="Rb7848aef93874c07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80652674d646f6" /><Relationship Type="http://schemas.openxmlformats.org/officeDocument/2006/relationships/image" Target="/ppt/media/image46.png" Id="R6f85c936b6b44f4b" /><Relationship Type="http://schemas.openxmlformats.org/officeDocument/2006/relationships/notesSlide" Target="/ppt/notesSlides/notesSlide49.xml" Id="Re63e0a0888fc47f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fec3398d264d8c" /><Relationship Type="http://schemas.openxmlformats.org/officeDocument/2006/relationships/image" Target="/ppt/media/image47.png" Id="R01d6f2bd1ad742c0" /><Relationship Type="http://schemas.openxmlformats.org/officeDocument/2006/relationships/notesSlide" Target="/ppt/notesSlides/notesSlide50.xml" Id="R0b0c88846e174ee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a5cb13f25414f" /><Relationship Type="http://schemas.openxmlformats.org/officeDocument/2006/relationships/image" Target="/ppt/media/image48.png" Id="R998f35f01c82427c" /><Relationship Type="http://schemas.openxmlformats.org/officeDocument/2006/relationships/notesSlide" Target="/ppt/notesSlides/notesSlide51.xml" Id="Rfab3c011112f4118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2a9c7d42b54433" /><Relationship Type="http://schemas.openxmlformats.org/officeDocument/2006/relationships/image" Target="/ppt/media/image49.png" Id="Rbb70d587a6144b79" /><Relationship Type="http://schemas.openxmlformats.org/officeDocument/2006/relationships/notesSlide" Target="/ppt/notesSlides/notesSlide52.xml" Id="Rbd090cb5bad641e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d201d7e3124748" /><Relationship Type="http://schemas.openxmlformats.org/officeDocument/2006/relationships/image" Target="/ppt/media/image50.png" Id="R815c78fb64334c4e" /><Relationship Type="http://schemas.openxmlformats.org/officeDocument/2006/relationships/notesSlide" Target="/ppt/notesSlides/notesSlide53.xml" Id="Rcdeb2483e22b401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3a60af6d5c4bbd" /><Relationship Type="http://schemas.openxmlformats.org/officeDocument/2006/relationships/image" Target="/ppt/media/image51.png" Id="R99eb6c5c6f8e4014" /><Relationship Type="http://schemas.openxmlformats.org/officeDocument/2006/relationships/notesSlide" Target="/ppt/notesSlides/notesSlide54.xml" Id="Rcb76fe87153c43c2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97f47b2e98485c" /><Relationship Type="http://schemas.openxmlformats.org/officeDocument/2006/relationships/image" Target="/ppt/media/image52.png" Id="R35492d57ee654833" /><Relationship Type="http://schemas.openxmlformats.org/officeDocument/2006/relationships/notesSlide" Target="/ppt/notesSlides/notesSlide55.xml" Id="R36e62865f71a40c7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d6a63b921045a6" /><Relationship Type="http://schemas.openxmlformats.org/officeDocument/2006/relationships/image" Target="/ppt/media/image53.png" Id="R6d3d5ec4fdef4a74" /><Relationship Type="http://schemas.openxmlformats.org/officeDocument/2006/relationships/notesSlide" Target="/ppt/notesSlides/notesSlide56.xml" Id="Rf61345f34d29433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1ea90892a040bc" /><Relationship Type="http://schemas.openxmlformats.org/officeDocument/2006/relationships/image" Target="/ppt/media/image54.png" Id="R29c8306b561f4847" /><Relationship Type="http://schemas.openxmlformats.org/officeDocument/2006/relationships/notesSlide" Target="/ppt/notesSlides/notesSlide57.xml" Id="R0310d784314b42f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2491494c5a4c71" /><Relationship Type="http://schemas.openxmlformats.org/officeDocument/2006/relationships/image" Target="/ppt/media/image55.png" Id="Rc576e78f46e749c3" /><Relationship Type="http://schemas.openxmlformats.org/officeDocument/2006/relationships/notesSlide" Target="/ppt/notesSlides/notesSlide58.xml" Id="Rbc80ce4cc66445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151F4-D8D2-4FE7-B2F6-3193D9C79C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846a0dc23441a3"/>
          <a:stretch xmlns:a="http://schemas.openxmlformats.org/drawingml/2006/main"/>
        </p:blipFill>
        <p:spPr>
          <a:xfrm xmlns:a="http://schemas.openxmlformats.org/drawingml/2006/main">
            <a:off x="10096500" y="2247194"/>
            <a:ext cx="4095750" cy="379236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88927-7287-4E27-B0DB-E4003B2B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7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KryZal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00C7B-F0E8-4BB2-B3A3-FB1BBC73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0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20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20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20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20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20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20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20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20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20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20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pPr>
            <a:r>
              <a:rPr sz="4200" b="0">
                <a:solidFill>
                  <a:srgbClr val="D0B06A"/>
                </a:solidFill>
                <a:latin typeface="Arial"/>
                <a:ea typeface="Arial"/>
                <a:cs typeface="Arial"/>
              </a:rPr>
              <a:t>Guía de uso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2B5D9-A750-4AA1-9AC6-B8C9E538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8096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4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4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4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4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4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4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4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4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4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Web del gimnasio y espacio de socios,</a:t>
            </a:r>
          </a:p>
          <a:p xmlns:a="http://schemas.openxmlformats.org/drawingml/2006/main">
            <a:pPr>
              <a:buNone/>
              <a:defRPr sz="24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entrenadores y administración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C904E-6B91-4167-B5F1-3A8363F2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00875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C0C0C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C0C0C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C0C0C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C0C0C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C0C0C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C0C0C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C0C0C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C0C0C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C0C0C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C0C0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C0C0C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0C0C0"/>
                </a:solidFill>
                <a:latin typeface="Arial"/>
                <a:ea typeface="Arial"/>
                <a:cs typeface="Arial"/>
              </a:rPr>
              <a:t>Kimetz Andrés Elorza</a:t>
            </a:r>
          </a:p>
          <a:p xmlns:a="http://schemas.openxmlformats.org/drawingml/2006/main">
            <a:pPr>
              <a:buNone/>
              <a:defRPr sz="1725" b="0">
                <a:solidFill>
                  <a:srgbClr val="C0C0C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0C0C0"/>
                </a:solidFill>
                <a:latin typeface="Arial"/>
                <a:ea typeface="Arial"/>
                <a:cs typeface="Arial"/>
              </a:rPr>
              <a:t>Proyecto académico DAW · 2025</a:t>
            </a:r>
          </a:p>
        </p:txBody>
      </p:sp>
    </p:spTree>
    <p:extLst>
      <p:ext uri="{BB962C8B-B14F-4D97-AF65-F5344CB8AC3E}">
        <p14:creationId xmlns:p14="http://schemas.microsoft.com/office/powerpoint/2010/main" val="1274093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1C5C1-2550-41AA-B70F-CA75EEA2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ANTES DE EMPEZAR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020BBE-99F2-417C-B7E7-F2594D56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Instalación y primer acceso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9D579-3096-45AC-94FF-C044D035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049FB-36DA-43A9-962B-E0AE6CA5AE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9c23fea2444f0"/>
          <a:stretch xmlns:a="http://schemas.openxmlformats.org/drawingml/2006/main"/>
        </p:blipFill>
        <p:spPr>
          <a:xfrm xmlns:a="http://schemas.openxmlformats.org/drawingml/2006/main">
            <a:off x="3624370" y="1743075"/>
            <a:ext cx="3724060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EF2BD1-FF0F-440A-ABA0-59A85221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Con el asistente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406A0-B3C5-402D-BDB0-D0CF8C58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133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Extrae el ZIP fuera de www y abre Instalar_KryZal.exe. El asistente prepara Wamp y el acceso del escritorio.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C141A-9866-4D10-9840-7B186B0C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9211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Instalación manual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E06A1-86F1-4DAB-AF90-8F2383EF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64050"/>
            <a:ext cx="3619500" cy="133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Copia FKryzal a www. Crea kryzal_mejorado en phpMyAdmin e importa FKryzal/sql/schema.sql.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687E1-A2AB-434E-A450-EEF72A18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889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Cuenta inicial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9BA00-BE7F-4DD1-A205-EA02A586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2550"/>
            <a:ext cx="3619500" cy="133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Revisa app/config.php y abre localhost/FKryzal/. Crea el administrador con o sin datos de prueba.</a:t>
            </a:r>
          </a:p>
        </p:txBody>
      </p:sp>
    </p:spTree>
    <p:extLst>
      <p:ext uri="{BB962C8B-B14F-4D97-AF65-F5344CB8AC3E}">
        <p14:creationId xmlns:p14="http://schemas.microsoft.com/office/powerpoint/2010/main" val="5209994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8616D-CE5A-4AB0-B2D2-09402483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ANTES DE EMPEZAR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14ECD-F95F-43E1-8385-25F287F2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Demostración completa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64021-0F04-424D-B62B-ECA9806E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7FFC1-3478-4212-A9BB-B330D656D2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fe8fc251c4c3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56258" y="1743075"/>
            <a:ext cx="6660284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9C5C5-32D9-462C-8209-0EEF8239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Carga inicial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48263-8538-406B-AA0F-7717242B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Marca Cargar demostración completa al crear el administrador: 150 socios, 8 entrenadores y 2 administradores adicionales.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BE295-1546-4DDF-A2C9-98204312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Actividad para explorar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F61CB-D804-4B1C-96D7-44CC3FA0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Incluye clases de hoy, seis semanas de histórico y cuatro meses futuros, con reservas, asistencias, puntos y consultas. Las cuentas de prueba usan KryzalDemo!7.</a:t>
            </a:r>
          </a:p>
        </p:txBody>
      </p:sp>
    </p:spTree>
    <p:extLst>
      <p:ext uri="{BB962C8B-B14F-4D97-AF65-F5344CB8AC3E}">
        <p14:creationId xmlns:p14="http://schemas.microsoft.com/office/powerpoint/2010/main" val="5792463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57690-E398-48C5-ACE7-32BBD947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WEB PÚBLICA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2D391-1D57-4BB9-B917-800442B0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La portada del gimnasio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51E1FA-2C34-44F8-9408-F813F90B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11A5A-DFF2-4C8F-A3D2-1CAF873943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db1ea9cbe4a04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C4D842-C0AC-41FA-8B05-2B8904D2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Navegación libre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65A2D9-3F96-4C85-B1DD-94203B8D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Inicio, Quiénes somos y Contacto están disponibles sin iniciar sesión.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C2BEA-2CCC-41D7-A949-1909116D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Acceso a tu cuenta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974FD-BA4B-46E5-8BA6-3C1C9A98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Iniciar sesión abre el acceso. Si ya has entrado, verás tu nombre y Cerrar sesión.</a:t>
            </a:r>
          </a:p>
        </p:txBody>
      </p:sp>
    </p:spTree>
    <p:extLst>
      <p:ext uri="{BB962C8B-B14F-4D97-AF65-F5344CB8AC3E}">
        <p14:creationId xmlns:p14="http://schemas.microsoft.com/office/powerpoint/2010/main" val="1775646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5DF96-FF52-4F4F-9CE3-45F6EB34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WEB PÚBLICA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99AEA-7D69-4635-8282-F88F64F7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Tu cuenta en la web del gimnasio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74C46-50FD-44E1-902C-09323A17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3B3A8-6C82-4548-A856-2D2E785EE7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32e1f2b044162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B5697-0B7D-4E22-A448-BDD437D2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Identidad visible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704DD-92E4-450A-97CE-8E06C772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La cabecera muestra tu nombre completo y tu foto o inicial. Pulsa tu nombre para abrir Mi perfil.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EC255-0371-463E-8A64-F505B81E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Acceso al gimnasio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E23E9-AE38-45C4-B819-983CEC2B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Inicio, Quiénes somos y Contacto permiten consultar la web pública. En móvil, abre Menú para ver las opciones.</a:t>
            </a:r>
          </a:p>
        </p:txBody>
      </p:sp>
    </p:spTree>
    <p:extLst>
      <p:ext uri="{BB962C8B-B14F-4D97-AF65-F5344CB8AC3E}">
        <p14:creationId xmlns:p14="http://schemas.microsoft.com/office/powerpoint/2010/main" val="7447070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EAFE0-68CE-440C-879A-B4EE2B35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WEB PÚBLICA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07DF1-B947-41B6-9E34-77AB18E8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Instalaciones y servicios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EA8D8-49B8-4927-B72C-0682500F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65FC2-F395-4E99-AAA1-9EA9E74C0B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4b522ace2499f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D1D90-A4A3-4B76-9AEA-6167B00D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Quiénes somos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19998-B264-4669-B9C3-AD70B564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Consulta la presentación del gimnasio, sus instalaciones y servicios.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F0746-B4E4-4807-9195-EF4CB713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Contenido del club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D97452-5A06-4413-A4FC-5C596A92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La página incluye entrenamiento personalizado, clases grupales, bienestar y testimonios.</a:t>
            </a:r>
          </a:p>
        </p:txBody>
      </p:sp>
    </p:spTree>
    <p:extLst>
      <p:ext uri="{BB962C8B-B14F-4D97-AF65-F5344CB8AC3E}">
        <p14:creationId xmlns:p14="http://schemas.microsoft.com/office/powerpoint/2010/main" val="3355920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B5E66-E778-4554-A18B-E78A819E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WEB PÚBLICA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D4E45-CCB1-476E-AE01-4C011658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Contacto con el gimnasio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0B225-13BB-4991-B2FA-A06E6E2E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F52B9-1687-4205-AF41-584179B51E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6e1c2c0ca49ce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7389D-EEDF-42E0-B082-4BC12915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Envío de una consulta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C68D9-9874-48D4-8FE4-D59134DD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Sin sesión, escribe nombre, email y mensaje. Con sesión, Contactar con Administración abre una petición desde tu cuenta.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8AF45-7A86-4768-ADA6-22118DBD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Confirmación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5DE27-22B9-4C5D-9004-FE7BA2EA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El aviso aparece superpuesto y desaparece a los cinco segundos. El administrador recibe la consulta dentro de la web.</a:t>
            </a:r>
          </a:p>
        </p:txBody>
      </p:sp>
    </p:spTree>
    <p:extLst>
      <p:ext uri="{BB962C8B-B14F-4D97-AF65-F5344CB8AC3E}">
        <p14:creationId xmlns:p14="http://schemas.microsoft.com/office/powerpoint/2010/main" val="3773033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D1071-09F4-48DA-91CE-011DCD2B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333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Todos los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80BD4-78FC-4F97-8140-E85EC524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14875"/>
            <a:ext cx="1266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0B06A"/>
                </a:solidFill>
                <a:latin typeface="Arial"/>
                <a:ea typeface="Arial"/>
                <a:cs typeface="Arial"/>
              </a:rPr>
              <a:t>Acceso y perfil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4FE8B-1955-4787-99AA-F2995663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858125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B9B9"/>
                </a:solidFill>
                <a:latin typeface="Arial"/>
                <a:ea typeface="Arial"/>
                <a:cs typeface="Arial"/>
              </a:rPr>
              <a:t>KryZal / Guía de uso</a:t>
            </a:r>
          </a:p>
        </p:txBody>
      </p:sp>
    </p:spTree>
    <p:extLst>
      <p:ext uri="{BB962C8B-B14F-4D97-AF65-F5344CB8AC3E}">
        <p14:creationId xmlns:p14="http://schemas.microsoft.com/office/powerpoint/2010/main" val="20940403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810ED-4D49-44D6-A022-6B57B8D9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CUENTAS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EE89D-24E5-4857-9F3D-DD6A5FAA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Registro e inicio de sesión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56A4A-70C1-4DEB-95CA-3DE538DB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6D96C-A199-46C6-980A-3B8AE91D17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18a6b9498403a"/>
          <a:stretch xmlns:a="http://schemas.openxmlformats.org/drawingml/2006/main"/>
        </p:blipFill>
        <p:spPr>
          <a:xfrm xmlns:a="http://schemas.openxmlformats.org/drawingml/2006/main">
            <a:off x="751943" y="1809750"/>
            <a:ext cx="4401615" cy="590550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30438-E767-41CA-9AA0-8EF0701E75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4a66b09934f66"/>
          <a:stretch xmlns:a="http://schemas.openxmlformats.org/drawingml/2006/main"/>
        </p:blipFill>
        <p:spPr>
          <a:xfrm xmlns:a="http://schemas.openxmlformats.org/drawingml/2006/main">
            <a:off x="6050619" y="1809750"/>
            <a:ext cx="3710262" cy="5905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9CA23-9981-4BCC-9FC6-1F40ADCE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478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Crear cuenta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909BD-3F73-4059-8409-A5BE80DF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Completa nombre, email y contraseña. El registro público crea una cuenta de socio.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4A6E0-814E-44FC-A706-B960155A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Entrar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18E60-462A-451C-AC65-9832E26F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86375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Usa tu email y contraseña. Recordar usuario guarda el correo para la próxima visita.</a:t>
            </a:r>
          </a:p>
        </p:txBody>
      </p:sp>
    </p:spTree>
    <p:extLst>
      <p:ext uri="{BB962C8B-B14F-4D97-AF65-F5344CB8AC3E}">
        <p14:creationId xmlns:p14="http://schemas.microsoft.com/office/powerpoint/2010/main" val="15607645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F02AD-3806-4C21-9EAD-835D9148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CUENTAS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9D021-E7B6-434B-AF25-894D6979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Primer acceso y contraseña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A434C-8BBC-4AD9-B98B-F7357F5D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10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81CC3-BDA1-4C0B-8B33-A8620964CE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0ac7ebb05426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8E988-3A11-4D1C-8B04-519965E4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Cambio obligatorio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642F6-7B61-41F2-AB88-5321E17B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Entra con la contraseña temporal del administrador. Antes de continuar, debes establecer una nueva.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9B358-AC0C-4777-90F2-7C870DA8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Requisitos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018770-AAA3-475E-975A-C561C311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Mínimo 10 caracteres, con mayúscula, minúscula, número y símbolo. Introduce la temporal y repite la nueva.</a:t>
            </a:r>
          </a:p>
        </p:txBody>
      </p:sp>
    </p:spTree>
    <p:extLst>
      <p:ext uri="{BB962C8B-B14F-4D97-AF65-F5344CB8AC3E}">
        <p14:creationId xmlns:p14="http://schemas.microsoft.com/office/powerpoint/2010/main" val="4314105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D04FB-6CC2-4127-9E9F-10B720E2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CUENTAS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67A21-990C-41BA-8E90-81217E7B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Recuperación de contraseña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465F3-A411-4E8C-8386-A32A7EE9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11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19FB4-A5F1-47BD-99A2-CCF6875A56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1e5ebd3414c5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06713" y="1743075"/>
            <a:ext cx="51593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D106A-46A9-47EA-8F8D-AAE528CB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Solicitud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5DF2F-4239-4383-B251-3F716C39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 la pantalla de acceso, pulsa ¿Olvidaste tu contraseña? e introduce el email de tu cuenta.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4F2CA-0511-4FE9-8BFB-76CE311D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Nueva contraseña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A0D22-FE6D-48DE-B9AE-72725E3F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Abre el enlace, escribe y repite una contraseña que cumpla los requisitos. Guarda e inicia sesión. El enlace caduca a los 30 minutos.</a:t>
            </a:r>
          </a:p>
        </p:txBody>
      </p:sp>
    </p:spTree>
    <p:extLst>
      <p:ext uri="{BB962C8B-B14F-4D97-AF65-F5344CB8AC3E}">
        <p14:creationId xmlns:p14="http://schemas.microsoft.com/office/powerpoint/2010/main" val="14815967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4A611-B139-4342-BD9C-7DF866BC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CUENTAS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5D373-F235-473D-89ED-BFD5838E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Perfil, foto y contraseña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51CB2-19DC-415A-83FA-19D0052D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4A3CB-AFA4-48F7-A602-57159A1830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0c81a14fa345a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518BE-FE5A-4E27-82F9-02B06613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Datos personales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FDA3E-76B3-401D-999C-FC76DA54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Mi perfil es la primera opción del menú. También se abre pulsando tu nombre abajo a la izquierda. Puedes cambiar tu nombre. El email identifica la cuenta.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8659C-E069-4912-B05F-92C8BCF7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Foto y contraseña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9C76A-452A-4D36-AC7A-180817B6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Pulsa tu avatar para cambiar la foto con previsualización. Para cambiar la contraseña, introduce también la actual.</a:t>
            </a:r>
          </a:p>
        </p:txBody>
      </p:sp>
    </p:spTree>
    <p:extLst>
      <p:ext uri="{BB962C8B-B14F-4D97-AF65-F5344CB8AC3E}">
        <p14:creationId xmlns:p14="http://schemas.microsoft.com/office/powerpoint/2010/main" val="7789263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D2203-FD16-4DEA-BBDE-84C60075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CUENTAS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6C4B4-C5D2-40D2-B2AD-F27900D4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Cambio de foto de perfil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A9E0A-EC13-4795-8C97-C3CF1331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BF5E9-25FB-4A61-906E-BBB94CB1CF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2705ca5a404ac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63A81-CE5C-40A5-9808-31F3858D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Selección y vista previa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34946-F724-46B7-8814-7DE0DE9F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Pulsa tu foto o inicial y elige una imagen. La ventana muestra cómo quedará antes de guardar.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43E8EB-5B26-400E-9B3B-0DE67AC3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Guardar o cancelar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32702-685F-4B17-A511-4762C06C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Guardar foto cierra la ventana y actualiza el avatar. Cancelar conserva la foto anterior. También puedes eliminarla.</a:t>
            </a:r>
          </a:p>
        </p:txBody>
      </p:sp>
    </p:spTree>
    <p:extLst>
      <p:ext uri="{BB962C8B-B14F-4D97-AF65-F5344CB8AC3E}">
        <p14:creationId xmlns:p14="http://schemas.microsoft.com/office/powerpoint/2010/main" val="2661393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BD28C-E202-48EA-9D2C-69F9EA8C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333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F5D67-BAD6-472C-B9A3-C6C563B6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14875"/>
            <a:ext cx="1266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0B06A"/>
                </a:solidFill>
                <a:latin typeface="Arial"/>
                <a:ea typeface="Arial"/>
                <a:cs typeface="Arial"/>
              </a:rPr>
              <a:t>Reservas, actividad y recompensas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1D3F6-B1E4-456B-B2FF-029F5B4C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858125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B9B9"/>
                </a:solidFill>
                <a:latin typeface="Arial"/>
                <a:ea typeface="Arial"/>
                <a:cs typeface="Arial"/>
              </a:rPr>
              <a:t>KryZal / Guía de uso</a:t>
            </a:r>
          </a:p>
        </p:txBody>
      </p:sp>
    </p:spTree>
    <p:extLst>
      <p:ext uri="{BB962C8B-B14F-4D97-AF65-F5344CB8AC3E}">
        <p14:creationId xmlns:p14="http://schemas.microsoft.com/office/powerpoint/2010/main" val="19005843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DC960-BA4E-4E14-BC85-B52227FF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SOCIOS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9F2C4E-7E76-461A-85EE-79B83A9B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Resumen del socio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7EE8A-546C-4BD9-88B5-357D35F6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242C8-310B-4C8B-B62F-20F72362B4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f8f00e32c4d0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32F46-61BC-4ADA-BD01-1583FE80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Tu actividad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96753-51ED-47E1-AD59-32837FC1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Consulta el saldo para recompensas, tus próximas reservas y las asistencias registradas.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5D708-B0C9-41F6-9142-C6001F68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Puntuación y saldo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0631D-40E5-491A-940F-FF117810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El ranking usa tu puntuación de actividad. Canjear un premio reduce el saldo disponible, sin bajar esa puntuación.</a:t>
            </a:r>
          </a:p>
        </p:txBody>
      </p:sp>
    </p:spTree>
    <p:extLst>
      <p:ext uri="{BB962C8B-B14F-4D97-AF65-F5344CB8AC3E}">
        <p14:creationId xmlns:p14="http://schemas.microsoft.com/office/powerpoint/2010/main" val="775331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4A5C7-2720-4901-BCDA-3D6AB862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SOCIOS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0727D-CC43-4210-9B96-78A3F283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Clases disponibles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81DFC-4BBD-4E38-B6BA-4BF6F499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DF416-829E-4077-A8F7-4C7B075365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1522b3323420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AE312-9E4D-4CD7-8942-F965D0A8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Búsqueda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004DE-F4A8-4EBF-ADEC-BF9E3ADE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Busca por clase o entrenador con Intro o la lupa. El selector Todas las clases permite ir a Mis reservas. Las tildes y mayúsculas no afectan.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09561B-1C7B-4660-B772-6D9F47D9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Reserva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E7BB4-FD67-405E-B88B-776DA837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Pulsa Reservar plaza. Si el horario está ocupado, Ver mi reserva abre tu reserva actual. El aviso se cierra a los cinco segundos o pulsando la cruz.</a:t>
            </a:r>
          </a:p>
        </p:txBody>
      </p:sp>
    </p:spTree>
    <p:extLst>
      <p:ext uri="{BB962C8B-B14F-4D97-AF65-F5344CB8AC3E}">
        <p14:creationId xmlns:p14="http://schemas.microsoft.com/office/powerpoint/2010/main" val="549048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FA227-BEC2-4C11-A73A-7E5F41D1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SOCIOS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E4791-D394-4623-80A9-7253CA31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Clases con el aforo completo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B77FD-B917-4C1B-8898-2A616900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E14570-93D9-4D2A-9824-1464E2DFA0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270877c13489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61984" y="1743075"/>
            <a:ext cx="7648831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C1784C-2FF8-442F-A6E1-A61AC3D4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Disponibilidad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F3783-827B-4CED-908C-45CC7C5D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Aforo completo indica que no quedan plazas y bloquea las nuevas reservas. La sesión conserva sus datos y la tarjeta del entrenador.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2F50C-8955-4F21-96BD-A2146E77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Plaza ya reservada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3A9FA-5146-4BB4-A6B2-E73FC8D4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Si ya tienes una plaza, puedes cancelarla con al menos 2 horas de antelación aunque la clase esté llena.</a:t>
            </a:r>
          </a:p>
        </p:txBody>
      </p:sp>
    </p:spTree>
    <p:extLst>
      <p:ext uri="{BB962C8B-B14F-4D97-AF65-F5344CB8AC3E}">
        <p14:creationId xmlns:p14="http://schemas.microsoft.com/office/powerpoint/2010/main" val="136612069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B4A01-A655-4ECF-8733-77BC132B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SOCIOS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37D71-3B7C-41F4-B4F2-C3F6F935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Agenda de clases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B4D6E-8077-4A03-81D4-37A07208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18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7EE1D-C80B-4BC3-A9BE-D9F5FC7FFA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20f75c3e9441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09355" y="1743075"/>
            <a:ext cx="6754091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45A52-8DA4-43CF-9BF3-624FA326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Cambio de vista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07FE7-75C3-4B0D-9824-7EE7118E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Los iconos de tarjetas y calendario cambian la vista sin perder la búsqueda ni el día seleccionado.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1E37E-8C92-44DD-B8C7-B4095C73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Mes y reservas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1C16E-DFB7-405B-B017-B9B96C5F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Utiliza las flechas para cambiar de mes y Hoy para volver al actual. Cada sesión ofrece su acción de reserva.</a:t>
            </a:r>
          </a:p>
        </p:txBody>
      </p:sp>
    </p:spTree>
    <p:extLst>
      <p:ext uri="{BB962C8B-B14F-4D97-AF65-F5344CB8AC3E}">
        <p14:creationId xmlns:p14="http://schemas.microsoft.com/office/powerpoint/2010/main" val="138218444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37F2C-AB00-4530-A827-0D225A03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SOCIOS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B9C99-EEB5-4AF2-B719-7F51F371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Mis clases y cancelaciones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FF321-B180-443E-B4AE-58FF7799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1DF96-F2D3-4EBD-B18D-91DDA9CF15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0e1e079944c4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AF956-FAE9-4549-A93B-8243A394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Fijar una clase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1B53E-819F-4562-A84C-FAB91D74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 Mis clases, pulsa la chincheta de una reserva para verla primero en Tarjetas. Vuelve a pulsarla para desfijarla.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8BE46-1FF7-46D6-A8B9-C1AD02CE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Cancelar una plaza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EC5D3-5203-4FB4-B595-3AC73B3D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Puedes cancelar con al menos 2 horas de antelación. Fuera de plazo, la reserva se mantiene. Volver cierra la confirmación.</a:t>
            </a:r>
          </a:p>
        </p:txBody>
      </p:sp>
    </p:spTree>
    <p:extLst>
      <p:ext uri="{BB962C8B-B14F-4D97-AF65-F5344CB8AC3E}">
        <p14:creationId xmlns:p14="http://schemas.microsoft.com/office/powerpoint/2010/main" val="3731095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37F2C-AB00-4530-A827-0D225A03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SOCIOS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B9C99-EEB5-4AF2-B719-7F51F371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Avisos y clases de hoy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FF321-B180-443E-B4AE-58FF7799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A9891-66C1-4246-B0D6-F3D06A8CE0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7071470394fb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AF956-FAE9-4549-A93B-8243A394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Tu agenda de hoy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1B53E-819F-4562-A84C-FAB91D74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 Mis clases, elige Hoy en la lista de días. Se aplica al seleccionarlo. Cualquier día recupera tus próximas reservas.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8BE46-1FF7-46D6-A8B9-C1AD02CE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Recordatorio en el resumen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EC5D3-5203-4FB4-B595-3AC73B3D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El resumen avisa de las próximas clases que tienes hoy. El punto del menú señala ese recordatorio y los mensajes sin leer.</a:t>
            </a:r>
          </a:p>
        </p:txBody>
      </p:sp>
    </p:spTree>
    <p:extLst>
      <p:ext uri="{BB962C8B-B14F-4D97-AF65-F5344CB8AC3E}">
        <p14:creationId xmlns:p14="http://schemas.microsoft.com/office/powerpoint/2010/main" val="3731095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D5D6A-5F11-4E47-BE65-15398D54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SOCIOS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5612F-220A-4B48-A05C-AB868897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Clasificación del club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B861A-6AB9-4AC2-AE34-F5CD2076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21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09F1F-3A0C-47A1-AEBB-E1C1BD81E70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f8d844d6741f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7F252-D928-4F73-ADDD-96F3064E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Puntuación de actividad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26095-C9C4-42E2-9781-FE6F2041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Cada asistencia suma 10 y cada ausencia resta 10 cuando el entrenador completa la sesión.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13B47-7B11-4D09-9325-A16F9E41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Tu posición y saldo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17234-041C-4019-BEC3-E389BCB4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La navegación aparece arriba y abajo. Ir a mi posición abre tu página y resalta tu fila. La ayuda permite consultar a Administración.</a:t>
            </a:r>
          </a:p>
        </p:txBody>
      </p:sp>
    </p:spTree>
    <p:extLst>
      <p:ext uri="{BB962C8B-B14F-4D97-AF65-F5344CB8AC3E}">
        <p14:creationId xmlns:p14="http://schemas.microsoft.com/office/powerpoint/2010/main" val="11179614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EB7E6-D63D-4107-90C2-DD0BD66F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SOCIOS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E5FCC-FFAE-40E7-BD2A-89F32763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Tu posición y empates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AD263-AE07-4475-9386-0E386B2E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22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0A2B3-F7AA-4B47-BCBB-9BF9EBFD6E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b891863e14cc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3CE7D-D9B6-4A73-8702-A2F94BC3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Posición compartida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83E39-6C04-4F2D-81A4-D1EF265B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Las personas con los mismos puntos ocupan el mismo puesto. Por ejemplo, dos primeras posiciones van seguidas del puesto tercero.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E3205-AD48-4646-A20E-337EC76F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Localización de tu fila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F4B20-3E12-45D5-9190-16AF1105F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Ir a mi posición abre la página correspondiente y destaca tu nombre. Funciona también cuando un empate ocupa varias páginas.</a:t>
            </a:r>
          </a:p>
        </p:txBody>
      </p:sp>
    </p:spTree>
    <p:extLst>
      <p:ext uri="{BB962C8B-B14F-4D97-AF65-F5344CB8AC3E}">
        <p14:creationId xmlns:p14="http://schemas.microsoft.com/office/powerpoint/2010/main" val="9392425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8538D-BBDF-48CE-8C94-DEA459D9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SOCIOS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98820-78FB-4F81-A92F-8DADCA48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Recompensas del club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9C29C-46D2-44D5-974B-B1E0FFD0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23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212F8-16CA-4916-8F60-6D25ED339F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e02041bdf4ca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6EF8A-7522-4BEE-A569-68431A19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Premios disponibles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41504-BDC5-4B00-954F-DA4AE9DB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Cada premio muestra su coste. El botón de canje se habilita cuando tienes saldo suficiente.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D9793-2EFD-4B9E-9226-C6B41A65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Canje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06AFB-C7A7-4D62-A385-DF2BA597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Selecciona un premio y confirma el canje. Se descuenta su coste del saldo y recibes un código en Mis recompensas.</a:t>
            </a:r>
          </a:p>
        </p:txBody>
      </p:sp>
    </p:spTree>
    <p:extLst>
      <p:ext uri="{BB962C8B-B14F-4D97-AF65-F5344CB8AC3E}">
        <p14:creationId xmlns:p14="http://schemas.microsoft.com/office/powerpoint/2010/main" val="17132526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B307F-9F8F-4E05-BEDE-5DDE2E17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SOCIOS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730A1-4D43-4841-A440-39017141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Mis recompensas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E4E97-B54E-405E-B278-49D670F2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24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8EF27-F96E-45A4-9171-0C740094BD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cb514cc90472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7D701-5963-4A61-8BFA-64EAA944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Código y caducidad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363EE-9E2A-44F2-8F73-A88EB92C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Pulsa el icono junto al código. La marca de verificación y ¡Código copiado! confirman que está en el portapapeles.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041279-085C-4CEC-A549-27E2AC3F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Historial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8D9453-891C-4FF5-A37A-65B587BA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Las pestañas separan Activas, Utilizadas y Caducadas. Un código utilizado no puede volver a validarse.</a:t>
            </a:r>
          </a:p>
        </p:txBody>
      </p:sp>
    </p:spTree>
    <p:extLst>
      <p:ext uri="{BB962C8B-B14F-4D97-AF65-F5344CB8AC3E}">
        <p14:creationId xmlns:p14="http://schemas.microsoft.com/office/powerpoint/2010/main" val="19543601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39303-4236-4AA6-9181-2143F32E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SOCIOS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B349F-6641-4DF3-A4C1-B4725A26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Historial de clases del socio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3D70A6-D145-4CA3-B3F7-076BD5AC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25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F6189-8629-4DCD-8C9E-166749BD8C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544286e55407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A5117-EAD1-43D3-9794-DD8AF267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Consulta del archivo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29250-18A9-435B-9F94-80951558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 Mis clases, abre Archivadas. Las fijadas aparecen primero, seguidas de las últimas archivadas o canceladas. El calendario conserva su fecha.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B7CFB-C3BA-4829-AFFF-B12370BC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Asistencia y puntos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2D880-03F2-4FE0-AE41-F98568B3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Asistió aparece en verde y suma 10 puntos. No asistió aparece en rojo y resta 10. Una clase cancelada no aplica puntos.</a:t>
            </a:r>
          </a:p>
        </p:txBody>
      </p:sp>
    </p:spTree>
    <p:extLst>
      <p:ext uri="{BB962C8B-B14F-4D97-AF65-F5344CB8AC3E}">
        <p14:creationId xmlns:p14="http://schemas.microsoft.com/office/powerpoint/2010/main" val="38406400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F91F7-4932-4085-9656-D3EE4E72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SOCIOS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2C1A8-BF67-4044-8814-2CC8E296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Tarjeta del entrenador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8B873-6152-41D5-AE92-DF769F5D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26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497B2-3FC7-4B17-B0E3-2B62AAE141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2c1830ca541e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2DCCB-5F49-4DA9-A291-7944B295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Perfil de la clase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B5133-F5E6-44D8-8D5C-66D1E4E7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Pulsa la foto o el nombre para consultar el nombre y la especialidad del entrenador.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6A0B8-C971-4031-B493-8A9654FF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Consulta sobre tu reserva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A14D9-F30F-451F-9A35-C50E6FBF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Contactar con el entrenador abre una petición para esa persona. Si estás inscrito, conserva la clase, fecha y hora. Sin reserva, es una consulta general.</a:t>
            </a:r>
          </a:p>
        </p:txBody>
      </p:sp>
    </p:spTree>
    <p:extLst>
      <p:ext uri="{BB962C8B-B14F-4D97-AF65-F5344CB8AC3E}">
        <p14:creationId xmlns:p14="http://schemas.microsoft.com/office/powerpoint/2010/main" val="65940519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B6058-0624-4B42-815E-3CD27329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SOCIOS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0D259-BE28-4D95-834D-00A8BD15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Mensajes del socio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8EA21-9C04-44EE-8010-0C2884B5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27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57728-8A85-48BE-83C6-10BF9BF968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3eded50d384ab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79A71-C1E1-4368-A7E9-4E598170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Recibidas y enviadas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8427A-B318-476A-8858-AE4A389E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Recibidas contiene las conversaciones que otras personas han iniciado contigo. Enviadas conserva las que inicias tú y sus respuestas. Todas reúne ambas.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201CE-21DC-4606-90AF-F3F32DAF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Búsqueda y filtros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FDB4B-176E-46E0-AF5A-0463CAF1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Combina el participante, el estado y Solo sin leer. Busca por asunto, nombre, correo o mensaje. Limpiar conserva la bandeja seleccionada.</a:t>
            </a:r>
          </a:p>
        </p:txBody>
      </p:sp>
    </p:spTree>
    <p:extLst>
      <p:ext uri="{BB962C8B-B14F-4D97-AF65-F5344CB8AC3E}">
        <p14:creationId xmlns:p14="http://schemas.microsoft.com/office/powerpoint/2010/main" val="56762038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7B630-FF1C-4CFF-94C9-0690DDB2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SOCIOS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D4EBD-FF28-47AB-BC3A-7DEA3EE4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Nueva conversación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95216-F70E-43B0-BE01-BCD552E6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28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A7B52-A8CC-4DAE-A923-021D7766DA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fde06665945e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84EF6-78D1-4A0D-9EC9-7966E8EA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Administración o entrenador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113CC-9048-4017-A545-95B78AD9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Administración es la opción inicial. Busca por nombre o especialidad y selecciona al entrenador en Destinatario. No necesitas una reserva.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18957-B5D0-4E4C-899A-1710C9B6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Envío y seguimiento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0E0F7-377D-4084-8116-3935972F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Escribe el asunto y el mensaje y pulsa Enviar mensaje. Encontrarás la conversación y sus respuestas en Mensajes → Enviadas.</a:t>
            </a:r>
          </a:p>
        </p:txBody>
      </p:sp>
    </p:spTree>
    <p:extLst>
      <p:ext uri="{BB962C8B-B14F-4D97-AF65-F5344CB8AC3E}">
        <p14:creationId xmlns:p14="http://schemas.microsoft.com/office/powerpoint/2010/main" val="165267194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F10CA-93BB-47B9-9790-9EC16D84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333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Entrenadores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F8816-206D-4057-8536-4215F533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14875"/>
            <a:ext cx="1266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0B06A"/>
                </a:solidFill>
                <a:latin typeface="Arial"/>
                <a:ea typeface="Arial"/>
                <a:cs typeface="Arial"/>
              </a:rPr>
              <a:t>Clases, alumnos y asistencia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56444-4440-45B1-94E1-0F6025A7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858125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B9B9"/>
                </a:solidFill>
                <a:latin typeface="Arial"/>
                <a:ea typeface="Arial"/>
                <a:cs typeface="Arial"/>
              </a:rPr>
              <a:t>KryZal / Guía de uso</a:t>
            </a:r>
          </a:p>
        </p:txBody>
      </p:sp>
    </p:spTree>
    <p:extLst>
      <p:ext uri="{BB962C8B-B14F-4D97-AF65-F5344CB8AC3E}">
        <p14:creationId xmlns:p14="http://schemas.microsoft.com/office/powerpoint/2010/main" val="159152466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2C790-8B02-4ADF-BF8B-8BAA925B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ENTRENADORES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348FC-04EC-41B7-9182-ADB56B77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Perfil y resumen del entrenador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EE32A-5820-4C33-8348-7BE80474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30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A4ECB-5483-4FC0-8682-2E721CAE99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5bd802b00448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52B44-C369-4AFC-AF6E-536B7642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95262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Clases que impartes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6B0A3-8071-4916-9655-23BE0297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714625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Clases reúne toda tu gestión. Por gestionar junta próximas sesiones y asistencias pendientes. Todo el gimnasio permite consultar la agenda general.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2AA86-3EAC-4A95-9A20-C3945294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8577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Especialidad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13D50-B15B-4B91-A584-38466B41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El administrador la define al crear la cuenta. Puedes cambiarla en Mi perfil.</a:t>
            </a:r>
          </a:p>
        </p:txBody>
      </p:sp>
    </p:spTree>
    <p:extLst>
      <p:ext uri="{BB962C8B-B14F-4D97-AF65-F5344CB8AC3E}">
        <p14:creationId xmlns:p14="http://schemas.microsoft.com/office/powerpoint/2010/main" val="183068406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01172-A115-432C-8BDC-132BF937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ENTRENADORES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49DD7-50CD-4EF6-B232-0C8A9D14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Especialidad del entrenador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3DE40-22F8-497B-834B-0C44ADFF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31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3C411-3005-421C-936B-6F0CB3F5E0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0f41119dd483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D2E60-9B58-4ECC-B760-E38E1A49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Cambio de especialidad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62009-A7E1-47A1-9D5F-CEC3EF22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 Mi perfil selecciona tu especialidad y pulsa Guardar perfil. El cambio se mantiene en tu cuenta.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A060B-5C45-4F6B-9B13-7AE31850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Primer acceso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23D58-F311-44E1-AFC0-6944A77F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Si falta la especialidad, la web te pide completarla antes de gestionar clases. Si tienes una contraseña temporal, cámbiala primero.</a:t>
            </a:r>
          </a:p>
        </p:txBody>
      </p:sp>
    </p:spTree>
    <p:extLst>
      <p:ext uri="{BB962C8B-B14F-4D97-AF65-F5344CB8AC3E}">
        <p14:creationId xmlns:p14="http://schemas.microsoft.com/office/powerpoint/2010/main" val="75225094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C6408-4FE3-496E-9A82-ADCEB255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ENTRENADORES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7DB4A-C3FA-4A30-8DF1-01A5776F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Gestión de clases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EA033-C6E0-40DF-A388-0CF19FF5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32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D002F-9C1C-4EB6-ABE0-CFECFE23ED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ac1ffec394e1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DD7CB-D63E-4F0B-A6D4-151EA35F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Nueva sesión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7A982-0E45-4A7D-A259-2D26C37D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 Clases, despliega Nueva clase e introduce nombre, fecha futura y plazas. Administración también selecciona el entrenador.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21F29-A934-4D77-BEE1-1869C89F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Clase asignada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6B0D3-9CD9-44AA-BAD4-9509979D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El entrenador gestiona sus propias sesiones. El administrador puede escoger o cambiar el entrenador.</a:t>
            </a:r>
          </a:p>
        </p:txBody>
      </p:sp>
    </p:spTree>
    <p:extLst>
      <p:ext uri="{BB962C8B-B14F-4D97-AF65-F5344CB8AC3E}">
        <p14:creationId xmlns:p14="http://schemas.microsoft.com/office/powerpoint/2010/main" val="39419639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C6408-4FE3-496E-9A82-ADCEB255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ENTRENADORES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7DB4A-C3FA-4A30-8DF1-01A5776F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Agenda de hoy y avisos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EA033-C6E0-40DF-A388-0CF19FF5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33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9AE5E-D80D-4618-BD19-BF1166B04D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1fcdbeb7d4ee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DD7CB-D63E-4F0B-A6D4-151EA35F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Sesiones del día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7A982-0E45-4A7D-A259-2D26C37D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 Clases, elige Hoy para consultar las sesiones del día. Cualquier día recupera la agenda. La búsqueda y el día se mantienen entre vistas.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21F29-A934-4D77-BEE1-1869C89F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Asistencia por completar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76B0D3-9CD9-44AA-BAD4-9509979D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Completar asistencia reúne las sesiones iniciadas sin revisar. Gestionar alumnos muestra las futuras. Las pendientes llevan chincheta hasta guardar su asistencia.</a:t>
            </a:r>
          </a:p>
        </p:txBody>
      </p:sp>
    </p:spTree>
    <p:extLst>
      <p:ext uri="{BB962C8B-B14F-4D97-AF65-F5344CB8AC3E}">
        <p14:creationId xmlns:p14="http://schemas.microsoft.com/office/powerpoint/2010/main" val="39419639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A58A9-CD47-42D0-900C-110BD5D5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ENTRENADORES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AD3F4-F563-4ECA-AC7F-6E7A3246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Cancelación de una clase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BA9E8-50F0-4E0D-A781-77512D69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34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18543-58C1-486F-88B8-12FF66421C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c705fa6a14b9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E9008-B333-4782-9AD3-AE943C62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Antes del inicio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07221-190E-418D-8039-8D9CADD6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Pulsa Cancelar clase y revisa la ventana de confirmación. El entrenador actúa sobre sus sesiones y el administrador sobre todas.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74F53-D2EC-43FA-9A65-0A2BFF48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Archivo sin penalización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EFBB3-6141-48F9-8021-B7817E51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Confirmar cancela la sesión. Las inscripciones se conservan en el archivo. Volver cierra la ventana sin cambios.</a:t>
            </a:r>
          </a:p>
        </p:txBody>
      </p:sp>
    </p:spTree>
    <p:extLst>
      <p:ext uri="{BB962C8B-B14F-4D97-AF65-F5344CB8AC3E}">
        <p14:creationId xmlns:p14="http://schemas.microsoft.com/office/powerpoint/2010/main" val="153097209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A58A9-CD47-42D0-900C-110BD5D5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ENTRENADORES Y 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AD3F4-F563-4ECA-AC7F-6E7A3246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Clases sin inscritos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BA9E8-50F0-4E0D-A781-77512D69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35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F8B17-6CFC-4AEE-9A6D-C19C52FC9C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a21a8b2a0448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E9008-B333-4782-9AD3-AE943C62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Cancelación automática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07221-190E-418D-8039-8D9CADD6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Al llegar la hora de inicio, una clase sin inscritos pasa al archivo como cancelada. No suma ni resta puntos.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74F53-D2EC-43FA-9A65-0A2BFF48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Consulta del archivo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EFBB3-6141-48F9-8021-B7817E51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Abre Archivadas dentro de Clases. Una cancelación conserva la sesión sin aplicar puntos.</a:t>
            </a:r>
          </a:p>
        </p:txBody>
      </p:sp>
    </p:spTree>
    <p:extLst>
      <p:ext uri="{BB962C8B-B14F-4D97-AF65-F5344CB8AC3E}">
        <p14:creationId xmlns:p14="http://schemas.microsoft.com/office/powerpoint/2010/main" val="153097209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D448A-5002-41C9-A147-DE5E05C2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ENTRENADORES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74F65-D97F-4C9D-B89C-82539B00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Alumnos de una clase futura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7E5F8-1AFE-4064-BE24-A7865C87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36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14150-9057-4582-93D6-7099EB050F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4fbe9dc3d4de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02284-0699-48EC-8CAF-BFC45EEF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Consulta de inscritos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7C3D5A-83C5-4A9E-AA13-76BFCCFB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Consulta la lista de inscritos.</a:t>
            </a:r>
          </a:p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Incluye nombre y email. El TXT indica que la asistencia está pendiente.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3918B-AAAE-45BB-B4AD-65BAB460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Retirada de un alumno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D1698-1373-4E70-BA63-722EF3B3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Antes del inicio puedes retirar a un inscrito y confirmar la acción. La plaza vuelve a estar disponible.</a:t>
            </a:r>
          </a:p>
        </p:txBody>
      </p:sp>
    </p:spTree>
    <p:extLst>
      <p:ext uri="{BB962C8B-B14F-4D97-AF65-F5344CB8AC3E}">
        <p14:creationId xmlns:p14="http://schemas.microsoft.com/office/powerpoint/2010/main" val="853058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6D6F5D-A90F-4E68-8C4E-15B8AB71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ENTRENADORES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4765D-476B-4C1A-A2CC-D97D02E0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Registro de asistencia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2B5A6-2647-4B85-8F4A-D030B5DE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37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1C73B-5B6F-4C05-88A0-61DC83F326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91c140f5545f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2339855"/>
            <a:ext cx="9286875" cy="499769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D7391-F5FA-4288-931B-FA8C73B8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Después del inicio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ACCD6-A4BA-4FC3-975F-1BD2F4FF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Selecciona Asistió o No asistió para cada inscrito. La aplicación exige completar todos los alumnos.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7A92E-7280-400F-8D98-85339048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Archivo de la sesión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E4BE2-7102-4A87-A4C2-EF3FF399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Guardar y archivar aplica los puntos y mueve la clase al archivo. Las clases que comienzan sin inscritos se cancelan automáticamente.</a:t>
            </a:r>
          </a:p>
        </p:txBody>
      </p:sp>
    </p:spTree>
    <p:extLst>
      <p:ext uri="{BB962C8B-B14F-4D97-AF65-F5344CB8AC3E}">
        <p14:creationId xmlns:p14="http://schemas.microsoft.com/office/powerpoint/2010/main" val="74133783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69C09-F1A2-48BB-B538-93B923CC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ENTRENADORES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F4A42-5650-49ED-9EBA-0AC584D8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Clases archivadas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B5C07-A568-4AB1-9D39-3CF62580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38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40E16-3D64-417E-BE1D-3153FF11AF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46497df0a4c6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CE6B2-8567-46E7-8983-E42CDDAB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Asistencia completada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A87AB-B1E2-4903-A59C-FE929F05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 Clases, abre Archivadas. Las últimas aparecen primero. Ver registro abre su asistencia y el informe. La tarjeta indica la fecha del archivo.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76309-B754-494E-9088-164604FA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Clases canceladas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EA8B4-A271-4A79-8C46-9FB39F76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También permanecen en el archivo. La cancelación conserva sus inscripciones sin penalizar a los alumnos.</a:t>
            </a:r>
          </a:p>
        </p:txBody>
      </p:sp>
    </p:spTree>
    <p:extLst>
      <p:ext uri="{BB962C8B-B14F-4D97-AF65-F5344CB8AC3E}">
        <p14:creationId xmlns:p14="http://schemas.microsoft.com/office/powerpoint/2010/main" val="71717402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69C09-F1A2-48BB-B538-93B923CC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ENTRENADORES Y 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F4A42-5650-49ED-9EBA-0AC584D8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Desarchivar una asistencia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B5C07-A568-4AB1-9D39-3CF62580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39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66BD0-BF28-41D3-BB84-32EDF76F5D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d3e22360f4b2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CE6B2-8567-46E7-8983-E42CDDAB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Corrección de un registro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A87AB-B1E2-4903-A59C-FE929F05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 Ver registro, Desarchivar clase devuelve una asistencia completada a pendientes. Puede hacerlo el entrenador asignado o Administración.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76309-B754-494E-9088-164604FA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Revisión de puntos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EA8B4-A271-4A79-8C46-9FB39F76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La confirmación revierte los puntos anteriores. Revisa a todos los alumnos y vuelve a guardar. El historial conserva quién realizó el cambio.</a:t>
            </a:r>
          </a:p>
        </p:txBody>
      </p:sp>
    </p:spTree>
    <p:extLst>
      <p:ext uri="{BB962C8B-B14F-4D97-AF65-F5344CB8AC3E}">
        <p14:creationId xmlns:p14="http://schemas.microsoft.com/office/powerpoint/2010/main" val="71717402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44DE6-35EF-4724-A667-2F685F82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ENTRENADORES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B645E-615F-4029-B917-76AD459E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Informes y listados de inscritos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A57CB-8934-4FB4-9CF2-8F3A9338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40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DFA94-FD07-4E67-9416-B312732737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b20d158f145b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2781308"/>
            <a:ext cx="9286875" cy="411478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A5C2B-99D5-4635-AECB-4D84A99E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Clase archivada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CA28F-2D01-4972-8FE5-1FDFDD69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Descargar informe de clase archivada genera un TXT con la fecha de archivo, inscritos, asistencia y puntos de cada alumno.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B0D06-B7E1-469A-9DC0-99F3496F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Clase pendiente o cancelada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BA7B7-1029-4118-8A89-4266FC3D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El listado pendiente contiene nombres y correos, sin resultados de asistencia. En las canceladas indica su estado y conserva los inscritos.</a:t>
            </a:r>
          </a:p>
        </p:txBody>
      </p:sp>
    </p:spTree>
    <p:extLst>
      <p:ext uri="{BB962C8B-B14F-4D97-AF65-F5344CB8AC3E}">
        <p14:creationId xmlns:p14="http://schemas.microsoft.com/office/powerpoint/2010/main" val="43036550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20995-61B0-46F5-BB7D-F349130F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ENTRENADORES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5FF42-3411-4DBD-84A8-38D7965D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Mensajes del entrenador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58D41-14C4-4898-98F1-9AF5AC3F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41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FD8C7-CD13-4A8F-9767-A86001844C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784a25bcb489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3A20A-29BD-4FE6-8D49-3206BF74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Consultas recibidas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94D1E-D9CA-4111-B60C-91CC97BE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 Mensajes, Recibidas muestra las consultas de socios, otros entrenadores y Administración. Los filtros rápidos permiten elegir al participante.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D64A8B-26C0-4354-BBFC-D2AC0A3F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Consultas que envías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CEDDD-C9F3-49B5-ABE0-F9A27947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Enviadas reúne las conversaciones que tú inicias, incluidas sus respuestas. Pulsa Nueva conversación para escribir a Administración o a otro entrenador.</a:t>
            </a:r>
          </a:p>
        </p:txBody>
      </p:sp>
    </p:spTree>
    <p:extLst>
      <p:ext uri="{BB962C8B-B14F-4D97-AF65-F5344CB8AC3E}">
        <p14:creationId xmlns:p14="http://schemas.microsoft.com/office/powerpoint/2010/main" val="46950152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DD184-AD53-469B-988F-EF3C5D41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ENTRENADORES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7D06D-9A62-42B2-9F75-2815CD5B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Respuesta del entrenador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48325-04E0-4C56-B023-D0BB8F09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42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B57CF-55F9-4A1F-B4EC-43C883B122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533139f1f482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302329" y="1743075"/>
            <a:ext cx="6368143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3E8A3-BBFD-48E7-A2F6-56BF4687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Contexto de la consulta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2A4F8-4314-47C6-B32E-050EB7B6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Consulta desde la clase abre su ficha con el socio resaltado y su estado de asistencia. Desde allí puedes volver a la conversación. El socio abre su propia reserva.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BEE8C-CBEF-4A31-B97D-869AF192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Cierre y reapertura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DA472-BB3C-4216-9576-9245A324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Cerrar conserva el historial. Para seguir respondiendo, pulsa Reabrir conversación. Cada participante accede solo a sus conversaciones.</a:t>
            </a:r>
          </a:p>
        </p:txBody>
      </p:sp>
    </p:spTree>
    <p:extLst>
      <p:ext uri="{BB962C8B-B14F-4D97-AF65-F5344CB8AC3E}">
        <p14:creationId xmlns:p14="http://schemas.microsoft.com/office/powerpoint/2010/main" val="202413566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1616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C1E1E-E7B2-4C14-8EDE-E2F19936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333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2F67C-74EE-4869-9FB9-D47C0FE2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14875"/>
            <a:ext cx="1266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D0B06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0B06A"/>
                </a:solidFill>
                <a:latin typeface="Arial"/>
                <a:ea typeface="Arial"/>
                <a:cs typeface="Arial"/>
              </a:rPr>
              <a:t>Gestión del gimnasio y de las cuentas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B2F12-B3EA-47D2-AE72-31DFBD79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858125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B9B9B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9B9B9"/>
                </a:solidFill>
                <a:latin typeface="Arial"/>
                <a:ea typeface="Arial"/>
                <a:cs typeface="Arial"/>
              </a:rPr>
              <a:t>KryZal / Guía de uso</a:t>
            </a:r>
          </a:p>
        </p:txBody>
      </p:sp>
    </p:spTree>
    <p:extLst>
      <p:ext uri="{BB962C8B-B14F-4D97-AF65-F5344CB8AC3E}">
        <p14:creationId xmlns:p14="http://schemas.microsoft.com/office/powerpoint/2010/main" val="64258983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E1039A-6BB5-41A1-AB8C-08E352A1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596C1-5605-4E20-8F07-454C906B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Resumen de administración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CB353-5174-4DFA-B5E0-100B3DF5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44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12D4C-6174-49B5-A3A9-B5B7B86DE6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47521723448d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39F1F-5AAD-4D34-B3D3-94A0C119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Actividad del gimnasio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D1E82-E29C-4D12-9060-C0D90ACB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El resumen muestra las próximas sesiones y cuántas clases tienen la asistencia pendiente de registrar.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34430-4292-4B54-B893-0A803FE0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Acceso a la gestión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0189D-BA20-4E3B-B1CD-5CC62873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Clases reúne las sesiones y sus tareas. El menú permite administrar usuarios, recompensas, correo y consultas.</a:t>
            </a:r>
          </a:p>
        </p:txBody>
      </p:sp>
    </p:spTree>
    <p:extLst>
      <p:ext uri="{BB962C8B-B14F-4D97-AF65-F5344CB8AC3E}">
        <p14:creationId xmlns:p14="http://schemas.microsoft.com/office/powerpoint/2010/main" val="114524856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985D2-D297-4261-B9C4-2911C893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F55CD-B5A7-4FDC-8448-42630ED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Creación de cuentas y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AA537-0349-4CFC-8428-05CB05B5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45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6A5F1-4BC7-4E02-9E82-CBAC076DB4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d9b2eaf644c9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3BAAB-E216-4382-A8B5-75BBAE70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Nueva cuenta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0F74B-66E2-468C-AF31-3EA703D1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Despliega Crear nueva cuenta. Introduce nombre, email, contraseña temporal y rol: socio, entrenador o administrador.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52FC1-F88D-4EAE-A482-67A11607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Especialidad y primer acceso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45E5C-663A-4D70-8A1C-CCB71B6A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Si es entrenador, selecciona su especialidad. La cuenta queda activa y debe cambiar su contraseña temporal al entrar.</a:t>
            </a:r>
          </a:p>
        </p:txBody>
      </p:sp>
    </p:spTree>
    <p:extLst>
      <p:ext uri="{BB962C8B-B14F-4D97-AF65-F5344CB8AC3E}">
        <p14:creationId xmlns:p14="http://schemas.microsoft.com/office/powerpoint/2010/main" val="209722681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F9B04-CD43-4669-811B-70802347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E154D-AF69-4322-8A4C-17CF00DB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Clases desde administración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A2A88-1A82-4086-A187-AC340E0D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46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8EAEA-C974-4346-A6EF-23AE34AF6C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00be8b5534ae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33945" y="1743075"/>
            <a:ext cx="8104909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0F26F-90D9-4FD9-B4FA-38309C50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Cambiar entrenador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4FEA5-A541-4465-AB57-D446B8B7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 Clases o la ficha de una sesión futura, abre Cambiar entrenador. Elige uno activo y pulsa Guardar entrenador. Las reservas se conservan.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3CA27-6EDF-48AA-802C-02473DC0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Gestión de sesiones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09A8C-8F36-4C99-9883-2886C8AA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 Clases, usa Por gestionar, Completar asistencia, Gestionar alumnos o Archivadas. Combina la tarea con la búsqueda, el día y el calendario.</a:t>
            </a:r>
          </a:p>
        </p:txBody>
      </p:sp>
    </p:spTree>
    <p:extLst>
      <p:ext uri="{BB962C8B-B14F-4D97-AF65-F5344CB8AC3E}">
        <p14:creationId xmlns:p14="http://schemas.microsoft.com/office/powerpoint/2010/main" val="139484667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F4B75-22EE-4A2C-85AB-C6F947E0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6C11F-3F57-4DF6-AD26-3FD5CC83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Filtros y gestión de usuarios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6627B-5372-480F-9969-2A392235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47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AC56D-B304-4C02-90DD-A0A1199623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111907d97f425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6104D-609A-4742-A561-524EFFD0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Rol, búsqueda y orden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C09B2-8BA2-4FB6-963E-C4EE3DDB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Los botones superiores filtran por rol. Busca por nombre o correo con Intro o la lupa. Elige nombre o inscripción en la lista junto al buscador: el orden se aplica al seleccionarlo.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C07A2-19D2-4C7A-A319-B33F9306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Edición y activación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1056A-5BA7-4257-9848-565F4A0D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Pulsa Editar en la fila de una cuenta para desplegar sus datos. Guarda los cambios. Desmarcar Cuenta activa bloquea el acceso y cierra sus sesiones.</a:t>
            </a:r>
          </a:p>
        </p:txBody>
      </p:sp>
    </p:spTree>
    <p:extLst>
      <p:ext uri="{BB962C8B-B14F-4D97-AF65-F5344CB8AC3E}">
        <p14:creationId xmlns:p14="http://schemas.microsoft.com/office/powerpoint/2010/main" val="1957631156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676EF-1488-4E32-BED2-C6199989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B93B5-482A-46C7-BC72-FB7701D4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Correo y acceso de las cuentas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14B64-AF34-4D53-B39B-62C1962D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48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D4ACD-9A73-4E75-8272-543A98B5CE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fca4f7d09347b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2AD71-A89A-49B7-AF06-B90A2F1B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Editar el correo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F25CD-8C19-4F74-8C07-B111B2D1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Busca la cuenta, modifica Email y pulsa Guardar. El usuario accede con su nuevo correo y conserva las reservas.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4F956-8AAC-4B80-9F21-4CD9B906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Restablecer el acceso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9E2D6-9995-4AEB-9D54-7F2B1934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Define una contraseña temporal en la misma ficha. El usuario deberá cambiarla al entrar. La cuenta conserva su estado de activación.</a:t>
            </a:r>
          </a:p>
        </p:txBody>
      </p:sp>
    </p:spTree>
    <p:extLst>
      <p:ext uri="{BB962C8B-B14F-4D97-AF65-F5344CB8AC3E}">
        <p14:creationId xmlns:p14="http://schemas.microsoft.com/office/powerpoint/2010/main" val="2029061310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F0344-7029-460A-B755-E070F40A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C4F00-8C90-47F4-B008-48AF1456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Gestión de puntos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E0ADC-555C-4B95-A3F6-C48688E2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49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0C33C-D1CD-4841-A891-F39E03D03F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85c936b6b44f4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3525748"/>
            <a:ext cx="9286875" cy="262590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AEDC2-2E1F-44C9-B339-837F3A07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Valores independientes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65200A-2284-473F-8252-E22E04A4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Abre Modificar puntos en la ficha del socio. Edita el saldo de recompensas y la puntuación de clasificación por separado.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287EA-6633-4F0B-864B-87542A6C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Guardado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F9E6F-8E33-4180-8E3C-B7543297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Confirma Guardar puntos. Si el saldo ha cambiado desde que abriste el formulario, recarga antes de corregirlo.</a:t>
            </a:r>
          </a:p>
        </p:txBody>
      </p:sp>
    </p:spTree>
    <p:extLst>
      <p:ext uri="{BB962C8B-B14F-4D97-AF65-F5344CB8AC3E}">
        <p14:creationId xmlns:p14="http://schemas.microsoft.com/office/powerpoint/2010/main" val="79211629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8BC94-D0EE-4338-89AA-51CFE85D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CD561-3D1D-43AA-B097-D377C6DB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Validación de recompensas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FA57B-BCA3-4BC6-AA14-63D25C66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50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E4EC9-9964-489C-BF87-A743F20D45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6f2bd1ad742c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CAF37-AAAB-469F-966B-23594F4A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Consulta del código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6702E-2F24-4C00-97C1-414967CC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Introduce el código del socio.</a:t>
            </a:r>
          </a:p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Pulsa Consultar código en Validar recompensas.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FB0C0-929D-4E49-8AF0-07A82FC8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Entrega del premio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567AB-71ED-495F-9646-E4E41B64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Revisa titular, premio y caducidad. Marca la entrega como utilizada. El código queda en pantalla con el estado actualizado.</a:t>
            </a:r>
          </a:p>
        </p:txBody>
      </p:sp>
    </p:spTree>
    <p:extLst>
      <p:ext uri="{BB962C8B-B14F-4D97-AF65-F5344CB8AC3E}">
        <p14:creationId xmlns:p14="http://schemas.microsoft.com/office/powerpoint/2010/main" val="576037610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918AB-159E-44C4-A5B4-B2E43993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94F41-0FDC-4F48-9321-F7087773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Historial de recompensas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9F9B3-748B-4989-872F-B949796B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51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13A61-299F-4EF4-A63A-C7F18E7D63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f35f01c82427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7F700-BBF3-4058-AC1F-3B6C77A0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Búsqueda y filtros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68FBF-3EE8-4C82-9AE0-24718958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 Validar recompensas, abre Historial de códigos. Busca por socio, correo, premio o código y filtra por tipo y estado.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BD7B1-2D08-497A-A738-3E03D282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Registro de la entrega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58C06-3150-43FB-983E-3FB1DC50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Archivadas reúne utilizadas y caducadas. Consulta quién canjeó el premio y quién validó su entrega. Ver código abre el detalle.</a:t>
            </a:r>
          </a:p>
        </p:txBody>
      </p:sp>
    </p:spTree>
    <p:extLst>
      <p:ext uri="{BB962C8B-B14F-4D97-AF65-F5344CB8AC3E}">
        <p14:creationId xmlns:p14="http://schemas.microsoft.com/office/powerpoint/2010/main" val="200774936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378303-5C11-41C8-8AD1-0D7E610E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A2FC6-47F8-4132-B915-F99B9140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Correo y recuperación de cuentas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DE7E3-8122-47F7-A5F1-EA49334D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52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44363-95A3-43E0-9F00-08EDF88C92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0d587a6144b7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4F290-8315-4223-823F-40F3C9BB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0002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Configuración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10D2E-BFF8-4B44-9E65-06FCE63F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667000"/>
            <a:ext cx="371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El modo local guarda las respuestas sin enviarlas. SMTP permite enviar correos reales con los datos de tu cuenta de correo.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AE9D3-8964-43D4-BA7C-FDFEEF55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86375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Recuperación de cuentas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6464D-F16E-44A2-8D89-B3A77AF5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953125"/>
            <a:ext cx="3714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Desde localhost y en modo local puedes consultar los enlaces de recuperación, válidos durante 30 minutos.</a:t>
            </a:r>
          </a:p>
        </p:txBody>
      </p:sp>
    </p:spTree>
    <p:extLst>
      <p:ext uri="{BB962C8B-B14F-4D97-AF65-F5344CB8AC3E}">
        <p14:creationId xmlns:p14="http://schemas.microsoft.com/office/powerpoint/2010/main" val="13278531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6E876-4158-4675-A6DD-D381A54C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3E724-A8F7-4347-A4D6-7CF35074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Enlaces de recuperación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A9306-4EF0-4AE3-974E-D78B8300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53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047F9-A67B-4BEE-9251-BD3B86777F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c78fb64334c4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C2033-C0F7-4872-80F2-91F4E342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Consulta de enlaces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E0E8A-E9C0-447F-B4F5-8B1DD85B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 Recuperación de cuentas, busca por nombre o correo. La ficha indica si el enlace está vigente, caducó o fue utilizado o sustituido.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181CC-44E6-44B8-A0E8-D16D57B2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Recuperación del acceso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3D800-13D9-45AA-98D1-DD42F57E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Generar nuevo enlace anula los anteriores. Copia el enlace vigente y ábrelo sin sesión o en una ventana privada. Dura 30 minutos.</a:t>
            </a:r>
          </a:p>
        </p:txBody>
      </p:sp>
    </p:spTree>
    <p:extLst>
      <p:ext uri="{BB962C8B-B14F-4D97-AF65-F5344CB8AC3E}">
        <p14:creationId xmlns:p14="http://schemas.microsoft.com/office/powerpoint/2010/main" val="124738008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EB43F-3350-4C0C-97AF-3F75081A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0CE53-AA0C-45CE-874D-21FF4605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Mensajes de administración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F6E15-F9E4-4095-AD9B-D6FD8A1C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54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4D2BA-0AFA-4EC4-910F-61BB00BE99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b6c5c6f8e401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1BDF1-DD0A-4AE7-9289-84417619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Internos y formulario web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8AA21-61E5-4328-8DBC-14388AE6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Mensajes está debajo de Validar recompensas. Internos reúne conversaciones de las cuentas; Formulario web contiene las consultas enviadas sin sesión.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395E2-3F88-4621-A662-838E5BAD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Bandejas y filtros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A1159-98B7-4201-B6A0-19260FE7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Recibidas y Enviadas separan el origen de la conversación. Filtra por participante, estado o mensajes sin leer. Nueva conversación permite escribir a una cuenta activa.</a:t>
            </a:r>
          </a:p>
        </p:txBody>
      </p:sp>
    </p:spTree>
    <p:extLst>
      <p:ext uri="{BB962C8B-B14F-4D97-AF65-F5344CB8AC3E}">
        <p14:creationId xmlns:p14="http://schemas.microsoft.com/office/powerpoint/2010/main" val="55271548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81B3E-EEB1-4A21-A1FB-9F642E0C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BD794-0B16-4CE5-9178-9BD17D62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Conversación desde Administración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8A704B-F995-45DC-BD1E-8BCB218B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55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4AAFB-EEE7-4C05-AF6C-CC1CB9D536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92d57ee65483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71650" y="1743075"/>
            <a:ext cx="7429500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7A975-FE04-465F-AC25-531F0D5E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Respuesta en KryZal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0E431-7E85-4E01-B4D9-FF567AD2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Abre la conversación y responde desde su ficha. La otra persona verá el aviso en Mensajes. Las consultas dirigidas a Administración las atiende el equipo administrador.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D68A4-A0E5-4DF3-951B-8B2DED49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Cierre y reapertura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3630A-7E5D-40C1-88CB-64A01CD9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Cerrar conversación conserva el historial. Para continuar, pulsa Reabrir conversación. Cada cuenta accede a las conversaciones en las que participa.</a:t>
            </a:r>
          </a:p>
        </p:txBody>
      </p:sp>
    </p:spTree>
    <p:extLst>
      <p:ext uri="{BB962C8B-B14F-4D97-AF65-F5344CB8AC3E}">
        <p14:creationId xmlns:p14="http://schemas.microsoft.com/office/powerpoint/2010/main" val="179127884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99EDA-FDC3-4333-9066-155CF0E3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6B312-9568-4641-960D-018D4285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Consultas del formulario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03FD5-E35B-4DED-BBE3-A3B37625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56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0EF7A-D7B1-42A4-83A5-44806FEC2D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d5ec4fdef4a7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1743075"/>
            <a:ext cx="9286875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18707-A356-4B89-AE7D-F499BCC2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Búsqueda de consultas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106B2-3515-475D-9DDF-AED5D1D3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 Mensajes, abre Formulario web. Las pestañas separan Todas, Pendientes de envío y Respondidas por correo. Busca con Intro o la lupa.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1D19A-89E6-4208-BC03-052399A2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Origen y respuesta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533D40-EDDB-498E-AC90-4C2408C2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Combina el correo con Solo sin leer. Los selectores se aplican al elegir una opción. Una respuesta local sigue pendiente hasta enviarse por correo.</a:t>
            </a:r>
          </a:p>
        </p:txBody>
      </p:sp>
    </p:spTree>
    <p:extLst>
      <p:ext uri="{BB962C8B-B14F-4D97-AF65-F5344CB8AC3E}">
        <p14:creationId xmlns:p14="http://schemas.microsoft.com/office/powerpoint/2010/main" val="11131074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E59BD-9251-4713-A05B-B38DFF41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26141-9B48-4EDB-972B-0B11785F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Respuesta a una consulta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BF82F-830C-4A41-A01B-66333FAD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57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CDBF2-578C-448C-A84D-079558EC5E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8306b561f484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2963" y="2901209"/>
            <a:ext cx="9286875" cy="387498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FEC9C-9FEA-4509-BD54-77F39253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95262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Conversación y respuesta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1AF7D-C830-4DDF-B009-8B46E475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9555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Abre la consulta, escribe la respuesta y confirma. El historial conserva el texto, el administrador y el estado del envío.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75CC1-0ECD-49E5-94E4-88590664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05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Correo o modo local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B3A41-01D9-4DA8-8190-A92AC7E3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48300"/>
            <a:ext cx="361950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 SMTP se envía al correo del visitante. En modo local solo se guarda. Tras configurar SMTP, puedes enviar una respuesta guardada.</a:t>
            </a:r>
          </a:p>
        </p:txBody>
      </p:sp>
    </p:spTree>
    <p:extLst>
      <p:ext uri="{BB962C8B-B14F-4D97-AF65-F5344CB8AC3E}">
        <p14:creationId xmlns:p14="http://schemas.microsoft.com/office/powerpoint/2010/main" val="2095513376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5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B0D7A-5D10-4DC7-87FD-8097E667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8B6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6A2D"/>
                </a:solidFill>
                <a:latin typeface="Arial"/>
                <a:ea typeface="Arial"/>
                <a:cs typeface="Arial"/>
              </a:rPr>
              <a:t>USO HABITUAL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9802F-A417-4A90-A587-EB37F92D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390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Acceso diario y documentos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DD6607-2FEC-4AF5-B04E-24FD1302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53400"/>
            <a:ext cx="1333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7777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KryZal / Guía de uso / 58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6DA00-011C-46A7-8F17-9132449930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6e78f46e749c3"/>
          <a:stretch xmlns:a="http://schemas.openxmlformats.org/drawingml/2006/main"/>
        </p:blipFill>
        <p:spPr>
          <a:xfrm xmlns:a="http://schemas.openxmlformats.org/drawingml/2006/main">
            <a:off x="2855807" y="1666875"/>
            <a:ext cx="2860886" cy="619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195D2-C923-449F-901E-D6347FF1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Acceso del escritorio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995A5-8C97-44E8-8B83-ECFFEE48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628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Abre KryZal. El acceso intenta iniciar Wamp y después abre la portada. También puedes entrar en http://localhost/FKryzal/.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2B391-AAF0-4F14-85D0-6B52CF27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1962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795B2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95B21"/>
                </a:solidFill>
                <a:latin typeface="Arial"/>
                <a:ea typeface="Arial"/>
                <a:cs typeface="Arial"/>
              </a:rPr>
              <a:t>Documentación del paquete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904C5-8E6D-4777-9F3A-43E0E32C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38750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IMPORTANTE.txt resume la instalación y el uso diario. README.md amplía las funciones. GUIA_WAMP.txt explica la instalación manual.</a:t>
            </a:r>
          </a:p>
        </p:txBody>
      </p:sp>
    </p:spTree>
    <p:extLst>
      <p:ext uri="{BB962C8B-B14F-4D97-AF65-F5344CB8AC3E}">
        <p14:creationId xmlns:p14="http://schemas.microsoft.com/office/powerpoint/2010/main" val="133243899"/>
      </p:ext>
    </p:extLst>
  </p:cSld>
</p:sld>
</file>

<file path=ppt/theme/theme1.xml><?xml version="1.0" encoding="utf-8"?>
<a:theme xmlns:a="http://schemas.openxmlformats.org/drawingml/2006/main" name="KryZal">
  <a:themeElements>
    <a:clrScheme name="KryZal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KryZ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2026-10-22T12:54:56.2990000Z</dcterms:created>
  <dcterms:modified xsi:type="dcterms:W3CDTF">2026-10-22T12:54:56.2990000Z</dcterms:modified>
</coreProperties>
</file>